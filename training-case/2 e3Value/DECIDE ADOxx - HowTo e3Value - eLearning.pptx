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22"/>
  </p:notesMasterIdLst>
  <p:sldIdLst>
    <p:sldId id="256" r:id="rId5"/>
    <p:sldId id="917" r:id="rId6"/>
    <p:sldId id="918" r:id="rId7"/>
    <p:sldId id="893" r:id="rId8"/>
    <p:sldId id="318" r:id="rId9"/>
    <p:sldId id="892" r:id="rId10"/>
    <p:sldId id="916" r:id="rId11"/>
    <p:sldId id="897" r:id="rId12"/>
    <p:sldId id="919" r:id="rId13"/>
    <p:sldId id="900" r:id="rId14"/>
    <p:sldId id="920" r:id="rId15"/>
    <p:sldId id="903" r:id="rId16"/>
    <p:sldId id="921" r:id="rId17"/>
    <p:sldId id="904" r:id="rId18"/>
    <p:sldId id="922" r:id="rId19"/>
    <p:sldId id="923" r:id="rId20"/>
    <p:sldId id="924" r:id="rId21"/>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08" y="13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user, Jan" userId="S::jan.fauser@reutlingen-university.de::98abba51-ab11-47ff-94bd-d183bfe2fe16" providerId="AD" clId="Web-{3C96CC7B-A1FA-311D-B600-F57376BCDA79}"/>
    <pc:docChg chg="addSld delSld modSld sldOrd">
      <pc:chgData name="Fauser, Jan" userId="S::jan.fauser@reutlingen-university.de::98abba51-ab11-47ff-94bd-d183bfe2fe16" providerId="AD" clId="Web-{3C96CC7B-A1FA-311D-B600-F57376BCDA79}" dt="2024-12-10T22:29:59.228" v="573"/>
      <pc:docMkLst>
        <pc:docMk/>
      </pc:docMkLst>
      <pc:sldChg chg="modSp">
        <pc:chgData name="Fauser, Jan" userId="S::jan.fauser@reutlingen-university.de::98abba51-ab11-47ff-94bd-d183bfe2fe16" providerId="AD" clId="Web-{3C96CC7B-A1FA-311D-B600-F57376BCDA79}" dt="2024-12-10T20:57:07.847" v="21" actId="1076"/>
        <pc:sldMkLst>
          <pc:docMk/>
          <pc:sldMk cId="1516125741" sldId="256"/>
        </pc:sldMkLst>
        <pc:spChg chg="mod">
          <ac:chgData name="Fauser, Jan" userId="S::jan.fauser@reutlingen-university.de::98abba51-ab11-47ff-94bd-d183bfe2fe16" providerId="AD" clId="Web-{3C96CC7B-A1FA-311D-B600-F57376BCDA79}" dt="2024-12-10T20:56:58.472" v="15" actId="20577"/>
          <ac:spMkLst>
            <pc:docMk/>
            <pc:sldMk cId="1516125741" sldId="256"/>
            <ac:spMk id="2" creationId="{03336007-9278-CEFE-1DF1-559D3C31A0E1}"/>
          </ac:spMkLst>
        </pc:spChg>
        <pc:spChg chg="mod">
          <ac:chgData name="Fauser, Jan" userId="S::jan.fauser@reutlingen-university.de::98abba51-ab11-47ff-94bd-d183bfe2fe16" providerId="AD" clId="Web-{3C96CC7B-A1FA-311D-B600-F57376BCDA79}" dt="2024-12-10T20:57:07.847" v="21" actId="1076"/>
          <ac:spMkLst>
            <pc:docMk/>
            <pc:sldMk cId="1516125741" sldId="256"/>
            <ac:spMk id="8" creationId="{61BB9ADB-B256-AAF0-B2C6-D17CAF9B7268}"/>
          </ac:spMkLst>
        </pc:spChg>
      </pc:sldChg>
      <pc:sldChg chg="del">
        <pc:chgData name="Fauser, Jan" userId="S::jan.fauser@reutlingen-university.de::98abba51-ab11-47ff-94bd-d183bfe2fe16" providerId="AD" clId="Web-{3C96CC7B-A1FA-311D-B600-F57376BCDA79}" dt="2024-12-10T21:10:37.535" v="166"/>
        <pc:sldMkLst>
          <pc:docMk/>
          <pc:sldMk cId="1526352560" sldId="329"/>
        </pc:sldMkLst>
      </pc:sldChg>
      <pc:sldChg chg="del">
        <pc:chgData name="Fauser, Jan" userId="S::jan.fauser@reutlingen-university.de::98abba51-ab11-47ff-94bd-d183bfe2fe16" providerId="AD" clId="Web-{3C96CC7B-A1FA-311D-B600-F57376BCDA79}" dt="2024-12-10T21:10:56.380" v="172"/>
        <pc:sldMkLst>
          <pc:docMk/>
          <pc:sldMk cId="2730727147" sldId="877"/>
        </pc:sldMkLst>
      </pc:sldChg>
      <pc:sldChg chg="del">
        <pc:chgData name="Fauser, Jan" userId="S::jan.fauser@reutlingen-university.de::98abba51-ab11-47ff-94bd-d183bfe2fe16" providerId="AD" clId="Web-{3C96CC7B-A1FA-311D-B600-F57376BCDA79}" dt="2024-12-10T21:10:57.130" v="173"/>
        <pc:sldMkLst>
          <pc:docMk/>
          <pc:sldMk cId="791470350" sldId="878"/>
        </pc:sldMkLst>
      </pc:sldChg>
      <pc:sldChg chg="del">
        <pc:chgData name="Fauser, Jan" userId="S::jan.fauser@reutlingen-university.de::98abba51-ab11-47ff-94bd-d183bfe2fe16" providerId="AD" clId="Web-{3C96CC7B-A1FA-311D-B600-F57376BCDA79}" dt="2024-12-10T21:10:59.161" v="174"/>
        <pc:sldMkLst>
          <pc:docMk/>
          <pc:sldMk cId="2497270000" sldId="879"/>
        </pc:sldMkLst>
      </pc:sldChg>
      <pc:sldChg chg="del">
        <pc:chgData name="Fauser, Jan" userId="S::jan.fauser@reutlingen-university.de::98abba51-ab11-47ff-94bd-d183bfe2fe16" providerId="AD" clId="Web-{3C96CC7B-A1FA-311D-B600-F57376BCDA79}" dt="2024-12-10T21:10:59.880" v="175"/>
        <pc:sldMkLst>
          <pc:docMk/>
          <pc:sldMk cId="1461581407" sldId="880"/>
        </pc:sldMkLst>
      </pc:sldChg>
      <pc:sldChg chg="del">
        <pc:chgData name="Fauser, Jan" userId="S::jan.fauser@reutlingen-university.de::98abba51-ab11-47ff-94bd-d183bfe2fe16" providerId="AD" clId="Web-{3C96CC7B-A1FA-311D-B600-F57376BCDA79}" dt="2024-12-10T21:11:00.661" v="176"/>
        <pc:sldMkLst>
          <pc:docMk/>
          <pc:sldMk cId="866294698" sldId="881"/>
        </pc:sldMkLst>
      </pc:sldChg>
      <pc:sldChg chg="del">
        <pc:chgData name="Fauser, Jan" userId="S::jan.fauser@reutlingen-university.de::98abba51-ab11-47ff-94bd-d183bfe2fe16" providerId="AD" clId="Web-{3C96CC7B-A1FA-311D-B600-F57376BCDA79}" dt="2024-12-10T21:11:01.614" v="177"/>
        <pc:sldMkLst>
          <pc:docMk/>
          <pc:sldMk cId="3695598192" sldId="882"/>
        </pc:sldMkLst>
      </pc:sldChg>
      <pc:sldChg chg="del">
        <pc:chgData name="Fauser, Jan" userId="S::jan.fauser@reutlingen-university.de::98abba51-ab11-47ff-94bd-d183bfe2fe16" providerId="AD" clId="Web-{3C96CC7B-A1FA-311D-B600-F57376BCDA79}" dt="2024-12-10T21:11:02.318" v="178"/>
        <pc:sldMkLst>
          <pc:docMk/>
          <pc:sldMk cId="3226191994" sldId="883"/>
        </pc:sldMkLst>
      </pc:sldChg>
      <pc:sldChg chg="del">
        <pc:chgData name="Fauser, Jan" userId="S::jan.fauser@reutlingen-university.de::98abba51-ab11-47ff-94bd-d183bfe2fe16" providerId="AD" clId="Web-{3C96CC7B-A1FA-311D-B600-F57376BCDA79}" dt="2024-12-10T21:11:02.989" v="179"/>
        <pc:sldMkLst>
          <pc:docMk/>
          <pc:sldMk cId="186488118" sldId="884"/>
        </pc:sldMkLst>
      </pc:sldChg>
      <pc:sldChg chg="del">
        <pc:chgData name="Fauser, Jan" userId="S::jan.fauser@reutlingen-university.de::98abba51-ab11-47ff-94bd-d183bfe2fe16" providerId="AD" clId="Web-{3C96CC7B-A1FA-311D-B600-F57376BCDA79}" dt="2024-12-10T21:11:03.693" v="180"/>
        <pc:sldMkLst>
          <pc:docMk/>
          <pc:sldMk cId="2050990776" sldId="885"/>
        </pc:sldMkLst>
      </pc:sldChg>
      <pc:sldChg chg="del">
        <pc:chgData name="Fauser, Jan" userId="S::jan.fauser@reutlingen-university.de::98abba51-ab11-47ff-94bd-d183bfe2fe16" providerId="AD" clId="Web-{3C96CC7B-A1FA-311D-B600-F57376BCDA79}" dt="2024-12-10T21:11:04.474" v="181"/>
        <pc:sldMkLst>
          <pc:docMk/>
          <pc:sldMk cId="1926101442" sldId="886"/>
        </pc:sldMkLst>
      </pc:sldChg>
      <pc:sldChg chg="del">
        <pc:chgData name="Fauser, Jan" userId="S::jan.fauser@reutlingen-university.de::98abba51-ab11-47ff-94bd-d183bfe2fe16" providerId="AD" clId="Web-{3C96CC7B-A1FA-311D-B600-F57376BCDA79}" dt="2024-12-10T21:10:40.254" v="167"/>
        <pc:sldMkLst>
          <pc:docMk/>
          <pc:sldMk cId="3291257593" sldId="888"/>
        </pc:sldMkLst>
      </pc:sldChg>
      <pc:sldChg chg="del">
        <pc:chgData name="Fauser, Jan" userId="S::jan.fauser@reutlingen-university.de::98abba51-ab11-47ff-94bd-d183bfe2fe16" providerId="AD" clId="Web-{3C96CC7B-A1FA-311D-B600-F57376BCDA79}" dt="2024-12-10T21:10:41.926" v="168"/>
        <pc:sldMkLst>
          <pc:docMk/>
          <pc:sldMk cId="3302385369" sldId="889"/>
        </pc:sldMkLst>
      </pc:sldChg>
      <pc:sldChg chg="del">
        <pc:chgData name="Fauser, Jan" userId="S::jan.fauser@reutlingen-university.de::98abba51-ab11-47ff-94bd-d183bfe2fe16" providerId="AD" clId="Web-{3C96CC7B-A1FA-311D-B600-F57376BCDA79}" dt="2024-12-10T21:10:51.333" v="170"/>
        <pc:sldMkLst>
          <pc:docMk/>
          <pc:sldMk cId="1861503567" sldId="891"/>
        </pc:sldMkLst>
      </pc:sldChg>
      <pc:sldChg chg="ord">
        <pc:chgData name="Fauser, Jan" userId="S::jan.fauser@reutlingen-university.de::98abba51-ab11-47ff-94bd-d183bfe2fe16" providerId="AD" clId="Web-{3C96CC7B-A1FA-311D-B600-F57376BCDA79}" dt="2024-12-10T21:11:55.538" v="186"/>
        <pc:sldMkLst>
          <pc:docMk/>
          <pc:sldMk cId="4172103653" sldId="892"/>
        </pc:sldMkLst>
      </pc:sldChg>
      <pc:sldChg chg="ord">
        <pc:chgData name="Fauser, Jan" userId="S::jan.fauser@reutlingen-university.de::98abba51-ab11-47ff-94bd-d183bfe2fe16" providerId="AD" clId="Web-{3C96CC7B-A1FA-311D-B600-F57376BCDA79}" dt="2024-12-10T21:11:40.975" v="185"/>
        <pc:sldMkLst>
          <pc:docMk/>
          <pc:sldMk cId="4257139008" sldId="893"/>
        </pc:sldMkLst>
      </pc:sldChg>
      <pc:sldChg chg="del">
        <pc:chgData name="Fauser, Jan" userId="S::jan.fauser@reutlingen-university.de::98abba51-ab11-47ff-94bd-d183bfe2fe16" providerId="AD" clId="Web-{3C96CC7B-A1FA-311D-B600-F57376BCDA79}" dt="2024-12-10T21:10:54.177" v="171"/>
        <pc:sldMkLst>
          <pc:docMk/>
          <pc:sldMk cId="3034558671" sldId="894"/>
        </pc:sldMkLst>
      </pc:sldChg>
      <pc:sldChg chg="del">
        <pc:chgData name="Fauser, Jan" userId="S::jan.fauser@reutlingen-university.de::98abba51-ab11-47ff-94bd-d183bfe2fe16" providerId="AD" clId="Web-{3C96CC7B-A1FA-311D-B600-F57376BCDA79}" dt="2024-12-10T21:10:43.817" v="169"/>
        <pc:sldMkLst>
          <pc:docMk/>
          <pc:sldMk cId="3828370531" sldId="895"/>
        </pc:sldMkLst>
      </pc:sldChg>
      <pc:sldChg chg="addSp delSp modSp ord">
        <pc:chgData name="Fauser, Jan" userId="S::jan.fauser@reutlingen-university.de::98abba51-ab11-47ff-94bd-d183bfe2fe16" providerId="AD" clId="Web-{3C96CC7B-A1FA-311D-B600-F57376BCDA79}" dt="2024-12-10T21:39:30.071" v="402" actId="20577"/>
        <pc:sldMkLst>
          <pc:docMk/>
          <pc:sldMk cId="2485355496" sldId="897"/>
        </pc:sldMkLst>
        <pc:spChg chg="mod">
          <ac:chgData name="Fauser, Jan" userId="S::jan.fauser@reutlingen-university.de::98abba51-ab11-47ff-94bd-d183bfe2fe16" providerId="AD" clId="Web-{3C96CC7B-A1FA-311D-B600-F57376BCDA79}" dt="2024-12-10T21:33:46.011" v="365" actId="20577"/>
          <ac:spMkLst>
            <pc:docMk/>
            <pc:sldMk cId="2485355496" sldId="897"/>
            <ac:spMk id="2" creationId="{59BCC0C0-6610-B0F4-27DF-A5D552186626}"/>
          </ac:spMkLst>
        </pc:spChg>
        <pc:spChg chg="add del mod">
          <ac:chgData name="Fauser, Jan" userId="S::jan.fauser@reutlingen-university.de::98abba51-ab11-47ff-94bd-d183bfe2fe16" providerId="AD" clId="Web-{3C96CC7B-A1FA-311D-B600-F57376BCDA79}" dt="2024-12-10T21:15:58.063" v="196"/>
          <ac:spMkLst>
            <pc:docMk/>
            <pc:sldMk cId="2485355496" sldId="897"/>
            <ac:spMk id="3" creationId="{60B4CF86-E604-091E-97CB-93A73ED1C9FE}"/>
          </ac:spMkLst>
        </pc:spChg>
        <pc:spChg chg="add mod">
          <ac:chgData name="Fauser, Jan" userId="S::jan.fauser@reutlingen-university.de::98abba51-ab11-47ff-94bd-d183bfe2fe16" providerId="AD" clId="Web-{3C96CC7B-A1FA-311D-B600-F57376BCDA79}" dt="2024-12-10T21:35:07.061" v="386" actId="1076"/>
          <ac:spMkLst>
            <pc:docMk/>
            <pc:sldMk cId="2485355496" sldId="897"/>
            <ac:spMk id="5" creationId="{0DC77AB3-C9B1-99B1-35E2-9360E569026C}"/>
          </ac:spMkLst>
        </pc:spChg>
        <pc:spChg chg="add mod">
          <ac:chgData name="Fauser, Jan" userId="S::jan.fauser@reutlingen-university.de::98abba51-ab11-47ff-94bd-d183bfe2fe16" providerId="AD" clId="Web-{3C96CC7B-A1FA-311D-B600-F57376BCDA79}" dt="2024-12-10T21:34:59.201" v="383" actId="1076"/>
          <ac:spMkLst>
            <pc:docMk/>
            <pc:sldMk cId="2485355496" sldId="897"/>
            <ac:spMk id="6" creationId="{64C1A72B-D572-4F6A-3FC2-4623DE4DEE0E}"/>
          </ac:spMkLst>
        </pc:spChg>
        <pc:spChg chg="add del mod">
          <ac:chgData name="Fauser, Jan" userId="S::jan.fauser@reutlingen-university.de::98abba51-ab11-47ff-94bd-d183bfe2fe16" providerId="AD" clId="Web-{3C96CC7B-A1FA-311D-B600-F57376BCDA79}" dt="2024-12-10T21:38:46.132" v="393"/>
          <ac:spMkLst>
            <pc:docMk/>
            <pc:sldMk cId="2485355496" sldId="897"/>
            <ac:spMk id="9" creationId="{13EFD316-EB1C-4C25-29F4-68BE75C59396}"/>
          </ac:spMkLst>
        </pc:spChg>
        <pc:spChg chg="add mod">
          <ac:chgData name="Fauser, Jan" userId="S::jan.fauser@reutlingen-university.de::98abba51-ab11-47ff-94bd-d183bfe2fe16" providerId="AD" clId="Web-{3C96CC7B-A1FA-311D-B600-F57376BCDA79}" dt="2024-12-10T21:39:30.071" v="402" actId="20577"/>
          <ac:spMkLst>
            <pc:docMk/>
            <pc:sldMk cId="2485355496" sldId="897"/>
            <ac:spMk id="10" creationId="{95617A41-7C89-B307-BB93-D9DB50D17C28}"/>
          </ac:spMkLst>
        </pc:spChg>
        <pc:spChg chg="add">
          <ac:chgData name="Fauser, Jan" userId="S::jan.fauser@reutlingen-university.de::98abba51-ab11-47ff-94bd-d183bfe2fe16" providerId="AD" clId="Web-{3C96CC7B-A1FA-311D-B600-F57376BCDA79}" dt="2024-12-10T21:39:15.680" v="400"/>
          <ac:spMkLst>
            <pc:docMk/>
            <pc:sldMk cId="2485355496" sldId="897"/>
            <ac:spMk id="11" creationId="{1C88F268-F292-1069-F464-CEB6776019CB}"/>
          </ac:spMkLst>
        </pc:spChg>
        <pc:picChg chg="mod modCrop">
          <ac:chgData name="Fauser, Jan" userId="S::jan.fauser@reutlingen-university.de::98abba51-ab11-47ff-94bd-d183bfe2fe16" providerId="AD" clId="Web-{3C96CC7B-A1FA-311D-B600-F57376BCDA79}" dt="2024-12-10T21:34:54.686" v="382" actId="1076"/>
          <ac:picMkLst>
            <pc:docMk/>
            <pc:sldMk cId="2485355496" sldId="897"/>
            <ac:picMk id="4" creationId="{63D4E8BA-DA7D-4146-C799-79DDAEA6153C}"/>
          </ac:picMkLst>
        </pc:picChg>
        <pc:picChg chg="add mod modCrop">
          <ac:chgData name="Fauser, Jan" userId="S::jan.fauser@reutlingen-university.de::98abba51-ab11-47ff-94bd-d183bfe2fe16" providerId="AD" clId="Web-{3C96CC7B-A1FA-311D-B600-F57376BCDA79}" dt="2024-12-10T21:39:01.664" v="399" actId="1076"/>
          <ac:picMkLst>
            <pc:docMk/>
            <pc:sldMk cId="2485355496" sldId="897"/>
            <ac:picMk id="8" creationId="{11102371-52FB-58CD-FB3E-E3E29A422DA7}"/>
          </ac:picMkLst>
        </pc:picChg>
      </pc:sldChg>
      <pc:sldChg chg="ord">
        <pc:chgData name="Fauser, Jan" userId="S::jan.fauser@reutlingen-university.de::98abba51-ab11-47ff-94bd-d183bfe2fe16" providerId="AD" clId="Web-{3C96CC7B-A1FA-311D-B600-F57376BCDA79}" dt="2024-12-10T21:18:18.272" v="218"/>
        <pc:sldMkLst>
          <pc:docMk/>
          <pc:sldMk cId="1115639280" sldId="898"/>
        </pc:sldMkLst>
      </pc:sldChg>
      <pc:sldChg chg="modSp ord">
        <pc:chgData name="Fauser, Jan" userId="S::jan.fauser@reutlingen-university.de::98abba51-ab11-47ff-94bd-d183bfe2fe16" providerId="AD" clId="Web-{3C96CC7B-A1FA-311D-B600-F57376BCDA79}" dt="2024-12-10T21:59:04.234" v="491" actId="1076"/>
        <pc:sldMkLst>
          <pc:docMk/>
          <pc:sldMk cId="855845118" sldId="900"/>
        </pc:sldMkLst>
        <pc:spChg chg="mod">
          <ac:chgData name="Fauser, Jan" userId="S::jan.fauser@reutlingen-university.de::98abba51-ab11-47ff-94bd-d183bfe2fe16" providerId="AD" clId="Web-{3C96CC7B-A1FA-311D-B600-F57376BCDA79}" dt="2024-12-10T21:59:01.703" v="490" actId="20577"/>
          <ac:spMkLst>
            <pc:docMk/>
            <pc:sldMk cId="855845118" sldId="900"/>
            <ac:spMk id="2" creationId="{6E37749F-9DC4-C761-7984-FB2684A30E1E}"/>
          </ac:spMkLst>
        </pc:spChg>
        <pc:picChg chg="mod">
          <ac:chgData name="Fauser, Jan" userId="S::jan.fauser@reutlingen-university.de::98abba51-ab11-47ff-94bd-d183bfe2fe16" providerId="AD" clId="Web-{3C96CC7B-A1FA-311D-B600-F57376BCDA79}" dt="2024-12-10T21:59:04.234" v="491" actId="1076"/>
          <ac:picMkLst>
            <pc:docMk/>
            <pc:sldMk cId="855845118" sldId="900"/>
            <ac:picMk id="4" creationId="{21659A5F-5D49-2CDA-206D-506BD8222421}"/>
          </ac:picMkLst>
        </pc:picChg>
      </pc:sldChg>
      <pc:sldChg chg="ord">
        <pc:chgData name="Fauser, Jan" userId="S::jan.fauser@reutlingen-university.de::98abba51-ab11-47ff-94bd-d183bfe2fe16" providerId="AD" clId="Web-{3C96CC7B-A1FA-311D-B600-F57376BCDA79}" dt="2024-12-10T21:59:21.110" v="492"/>
        <pc:sldMkLst>
          <pc:docMk/>
          <pc:sldMk cId="1309692037" sldId="901"/>
        </pc:sldMkLst>
      </pc:sldChg>
      <pc:sldChg chg="ord">
        <pc:chgData name="Fauser, Jan" userId="S::jan.fauser@reutlingen-university.de::98abba51-ab11-47ff-94bd-d183bfe2fe16" providerId="AD" clId="Web-{3C96CC7B-A1FA-311D-B600-F57376BCDA79}" dt="2024-12-10T21:59:36.985" v="493"/>
        <pc:sldMkLst>
          <pc:docMk/>
          <pc:sldMk cId="214367843" sldId="902"/>
        </pc:sldMkLst>
      </pc:sldChg>
      <pc:sldChg chg="addSp modSp ord">
        <pc:chgData name="Fauser, Jan" userId="S::jan.fauser@reutlingen-university.de::98abba51-ab11-47ff-94bd-d183bfe2fe16" providerId="AD" clId="Web-{3C96CC7B-A1FA-311D-B600-F57376BCDA79}" dt="2024-12-10T22:24:05.777" v="566" actId="1076"/>
        <pc:sldMkLst>
          <pc:docMk/>
          <pc:sldMk cId="2004005795" sldId="903"/>
        </pc:sldMkLst>
        <pc:spChg chg="mod">
          <ac:chgData name="Fauser, Jan" userId="S::jan.fauser@reutlingen-university.de::98abba51-ab11-47ff-94bd-d183bfe2fe16" providerId="AD" clId="Web-{3C96CC7B-A1FA-311D-B600-F57376BCDA79}" dt="2024-12-10T22:23:23.056" v="551" actId="20577"/>
          <ac:spMkLst>
            <pc:docMk/>
            <pc:sldMk cId="2004005795" sldId="903"/>
            <ac:spMk id="2" creationId="{224E6D7C-0100-36A1-3183-E360B56D2462}"/>
          </ac:spMkLst>
        </pc:spChg>
        <pc:spChg chg="add mod">
          <ac:chgData name="Fauser, Jan" userId="S::jan.fauser@reutlingen-university.de::98abba51-ab11-47ff-94bd-d183bfe2fe16" providerId="AD" clId="Web-{3C96CC7B-A1FA-311D-B600-F57376BCDA79}" dt="2024-12-10T22:23:43.401" v="558" actId="1076"/>
          <ac:spMkLst>
            <pc:docMk/>
            <pc:sldMk cId="2004005795" sldId="903"/>
            <ac:spMk id="7" creationId="{94881E13-23D6-262E-FE13-714BDBF9AA8A}"/>
          </ac:spMkLst>
        </pc:spChg>
        <pc:spChg chg="add mod">
          <ac:chgData name="Fauser, Jan" userId="S::jan.fauser@reutlingen-university.de::98abba51-ab11-47ff-94bd-d183bfe2fe16" providerId="AD" clId="Web-{3C96CC7B-A1FA-311D-B600-F57376BCDA79}" dt="2024-12-10T22:24:05.777" v="566" actId="1076"/>
          <ac:spMkLst>
            <pc:docMk/>
            <pc:sldMk cId="2004005795" sldId="903"/>
            <ac:spMk id="8" creationId="{82131EBF-30C1-C0B9-5A39-6AC456F3E477}"/>
          </ac:spMkLst>
        </pc:spChg>
        <pc:picChg chg="mod modCrop">
          <ac:chgData name="Fauser, Jan" userId="S::jan.fauser@reutlingen-university.de::98abba51-ab11-47ff-94bd-d183bfe2fe16" providerId="AD" clId="Web-{3C96CC7B-A1FA-311D-B600-F57376BCDA79}" dt="2024-12-10T22:23:39.838" v="556" actId="1076"/>
          <ac:picMkLst>
            <pc:docMk/>
            <pc:sldMk cId="2004005795" sldId="903"/>
            <ac:picMk id="4" creationId="{E41646BE-42C2-321E-CAC3-2D34BD03D16A}"/>
          </ac:picMkLst>
        </pc:picChg>
        <pc:picChg chg="add mod modCrop">
          <ac:chgData name="Fauser, Jan" userId="S::jan.fauser@reutlingen-university.de::98abba51-ab11-47ff-94bd-d183bfe2fe16" providerId="AD" clId="Web-{3C96CC7B-A1FA-311D-B600-F57376BCDA79}" dt="2024-12-10T22:23:41.182" v="557" actId="1076"/>
          <ac:picMkLst>
            <pc:docMk/>
            <pc:sldMk cId="2004005795" sldId="903"/>
            <ac:picMk id="5" creationId="{22E2D7C9-2C00-A702-7502-06AFF73787A1}"/>
          </ac:picMkLst>
        </pc:picChg>
      </pc:sldChg>
      <pc:sldChg chg="addSp delSp modSp ord">
        <pc:chgData name="Fauser, Jan" userId="S::jan.fauser@reutlingen-university.de::98abba51-ab11-47ff-94bd-d183bfe2fe16" providerId="AD" clId="Web-{3C96CC7B-A1FA-311D-B600-F57376BCDA79}" dt="2024-12-10T22:29:59.228" v="573"/>
        <pc:sldMkLst>
          <pc:docMk/>
          <pc:sldMk cId="2183408836" sldId="904"/>
        </pc:sldMkLst>
        <pc:picChg chg="mod">
          <ac:chgData name="Fauser, Jan" userId="S::jan.fauser@reutlingen-university.de::98abba51-ab11-47ff-94bd-d183bfe2fe16" providerId="AD" clId="Web-{3C96CC7B-A1FA-311D-B600-F57376BCDA79}" dt="2024-12-10T22:24:41.575" v="569" actId="1076"/>
          <ac:picMkLst>
            <pc:docMk/>
            <pc:sldMk cId="2183408836" sldId="904"/>
            <ac:picMk id="4" creationId="{9567E519-F92A-92A6-E060-5535E8A77BE3}"/>
          </ac:picMkLst>
        </pc:picChg>
        <pc:picChg chg="add del mod">
          <ac:chgData name="Fauser, Jan" userId="S::jan.fauser@reutlingen-university.de::98abba51-ab11-47ff-94bd-d183bfe2fe16" providerId="AD" clId="Web-{3C96CC7B-A1FA-311D-B600-F57376BCDA79}" dt="2024-12-10T22:29:55.556" v="572"/>
          <ac:picMkLst>
            <pc:docMk/>
            <pc:sldMk cId="2183408836" sldId="904"/>
            <ac:picMk id="5" creationId="{CF7D6D6E-BE54-CAB2-D40C-FB3EA8CBB612}"/>
          </ac:picMkLst>
        </pc:picChg>
        <pc:picChg chg="add mod">
          <ac:chgData name="Fauser, Jan" userId="S::jan.fauser@reutlingen-university.de::98abba51-ab11-47ff-94bd-d183bfe2fe16" providerId="AD" clId="Web-{3C96CC7B-A1FA-311D-B600-F57376BCDA79}" dt="2024-12-10T22:29:59.228" v="573"/>
          <ac:picMkLst>
            <pc:docMk/>
            <pc:sldMk cId="2183408836" sldId="904"/>
            <ac:picMk id="6" creationId="{16016F72-DF2F-4EBE-FD00-F30D64509AE1}"/>
          </ac:picMkLst>
        </pc:picChg>
      </pc:sldChg>
      <pc:sldChg chg="ord">
        <pc:chgData name="Fauser, Jan" userId="S::jan.fauser@reutlingen-university.de::98abba51-ab11-47ff-94bd-d183bfe2fe16" providerId="AD" clId="Web-{3C96CC7B-A1FA-311D-B600-F57376BCDA79}" dt="2024-12-10T21:59:59.486" v="494"/>
        <pc:sldMkLst>
          <pc:docMk/>
          <pc:sldMk cId="4222470976" sldId="905"/>
        </pc:sldMkLst>
      </pc:sldChg>
      <pc:sldChg chg="new del">
        <pc:chgData name="Fauser, Jan" userId="S::jan.fauser@reutlingen-university.de::98abba51-ab11-47ff-94bd-d183bfe2fe16" providerId="AD" clId="Web-{3C96CC7B-A1FA-311D-B600-F57376BCDA79}" dt="2024-12-10T20:57:24.504" v="23"/>
        <pc:sldMkLst>
          <pc:docMk/>
          <pc:sldMk cId="3610585042" sldId="916"/>
        </pc:sldMkLst>
      </pc:sldChg>
      <pc:sldChg chg="addSp modSp new ord">
        <pc:chgData name="Fauser, Jan" userId="S::jan.fauser@reutlingen-university.de::98abba51-ab11-47ff-94bd-d183bfe2fe16" providerId="AD" clId="Web-{3C96CC7B-A1FA-311D-B600-F57376BCDA79}" dt="2024-12-10T21:11:30.131" v="184" actId="20577"/>
        <pc:sldMkLst>
          <pc:docMk/>
          <pc:sldMk cId="4031287685" sldId="916"/>
        </pc:sldMkLst>
        <pc:spChg chg="mod">
          <ac:chgData name="Fauser, Jan" userId="S::jan.fauser@reutlingen-university.de::98abba51-ab11-47ff-94bd-d183bfe2fe16" providerId="AD" clId="Web-{3C96CC7B-A1FA-311D-B600-F57376BCDA79}" dt="2024-12-10T20:57:40.489" v="26" actId="20577"/>
          <ac:spMkLst>
            <pc:docMk/>
            <pc:sldMk cId="4031287685" sldId="916"/>
            <ac:spMk id="2" creationId="{754C5B87-CF33-DEBB-978F-A437E4801069}"/>
          </ac:spMkLst>
        </pc:spChg>
        <pc:spChg chg="mod">
          <ac:chgData name="Fauser, Jan" userId="S::jan.fauser@reutlingen-university.de::98abba51-ab11-47ff-94bd-d183bfe2fe16" providerId="AD" clId="Web-{3C96CC7B-A1FA-311D-B600-F57376BCDA79}" dt="2024-12-10T21:11:30.131" v="184" actId="20577"/>
          <ac:spMkLst>
            <pc:docMk/>
            <pc:sldMk cId="4031287685" sldId="916"/>
            <ac:spMk id="3" creationId="{29ACD6F5-1CF2-DB2E-DF27-BF229605ABEA}"/>
          </ac:spMkLst>
        </pc:spChg>
        <pc:picChg chg="add mod">
          <ac:chgData name="Fauser, Jan" userId="S::jan.fauser@reutlingen-university.de::98abba51-ab11-47ff-94bd-d183bfe2fe16" providerId="AD" clId="Web-{3C96CC7B-A1FA-311D-B600-F57376BCDA79}" dt="2024-12-10T21:10:02.471" v="156" actId="1076"/>
          <ac:picMkLst>
            <pc:docMk/>
            <pc:sldMk cId="4031287685" sldId="916"/>
            <ac:picMk id="4" creationId="{F2D97146-11D4-689A-48C8-D06DA936750E}"/>
          </ac:picMkLst>
        </pc:picChg>
      </pc:sldChg>
      <pc:sldChg chg="addSp modSp new">
        <pc:chgData name="Fauser, Jan" userId="S::jan.fauser@reutlingen-university.de::98abba51-ab11-47ff-94bd-d183bfe2fe16" providerId="AD" clId="Web-{3C96CC7B-A1FA-311D-B600-F57376BCDA79}" dt="2024-12-10T21:44:23.211" v="410"/>
        <pc:sldMkLst>
          <pc:docMk/>
          <pc:sldMk cId="514069404" sldId="917"/>
        </pc:sldMkLst>
        <pc:spChg chg="mod">
          <ac:chgData name="Fauser, Jan" userId="S::jan.fauser@reutlingen-university.de::98abba51-ab11-47ff-94bd-d183bfe2fe16" providerId="AD" clId="Web-{3C96CC7B-A1FA-311D-B600-F57376BCDA79}" dt="2024-12-10T20:59:33.369" v="41" actId="20577"/>
          <ac:spMkLst>
            <pc:docMk/>
            <pc:sldMk cId="514069404" sldId="917"/>
            <ac:spMk id="2" creationId="{0E1BF122-B6C7-EC51-9C7A-12871FFA4EFA}"/>
          </ac:spMkLst>
        </pc:spChg>
        <pc:spChg chg="mod">
          <ac:chgData name="Fauser, Jan" userId="S::jan.fauser@reutlingen-university.de::98abba51-ab11-47ff-94bd-d183bfe2fe16" providerId="AD" clId="Web-{3C96CC7B-A1FA-311D-B600-F57376BCDA79}" dt="2024-12-10T21:30:43.629" v="354" actId="20577"/>
          <ac:spMkLst>
            <pc:docMk/>
            <pc:sldMk cId="514069404" sldId="917"/>
            <ac:spMk id="3" creationId="{B522C1BF-FABF-D715-B009-A507E7BA61F5}"/>
          </ac:spMkLst>
        </pc:spChg>
        <pc:picChg chg="add mod modCrop">
          <ac:chgData name="Fauser, Jan" userId="S::jan.fauser@reutlingen-university.de::98abba51-ab11-47ff-94bd-d183bfe2fe16" providerId="AD" clId="Web-{3C96CC7B-A1FA-311D-B600-F57376BCDA79}" dt="2024-12-10T21:44:23.211" v="410"/>
          <ac:picMkLst>
            <pc:docMk/>
            <pc:sldMk cId="514069404" sldId="917"/>
            <ac:picMk id="4" creationId="{8257E166-AEBC-ED52-32FD-F817F65D81C9}"/>
          </ac:picMkLst>
        </pc:picChg>
        <pc:picChg chg="add mod modCrop">
          <ac:chgData name="Fauser, Jan" userId="S::jan.fauser@reutlingen-university.de::98abba51-ab11-47ff-94bd-d183bfe2fe16" providerId="AD" clId="Web-{3C96CC7B-A1FA-311D-B600-F57376BCDA79}" dt="2024-12-10T21:44:17.867" v="409"/>
          <ac:picMkLst>
            <pc:docMk/>
            <pc:sldMk cId="514069404" sldId="917"/>
            <ac:picMk id="5" creationId="{890084BB-B417-6D62-7D82-DE988F1F4BA8}"/>
          </ac:picMkLst>
        </pc:picChg>
      </pc:sldChg>
      <pc:sldChg chg="modSp add replId">
        <pc:chgData name="Fauser, Jan" userId="S::jan.fauser@reutlingen-university.de::98abba51-ab11-47ff-94bd-d183bfe2fe16" providerId="AD" clId="Web-{3C96CC7B-A1FA-311D-B600-F57376BCDA79}" dt="2024-12-10T21:31:51.757" v="356" actId="14100"/>
        <pc:sldMkLst>
          <pc:docMk/>
          <pc:sldMk cId="3578000112" sldId="918"/>
        </pc:sldMkLst>
        <pc:spChg chg="mod">
          <ac:chgData name="Fauser, Jan" userId="S::jan.fauser@reutlingen-university.de::98abba51-ab11-47ff-94bd-d183bfe2fe16" providerId="AD" clId="Web-{3C96CC7B-A1FA-311D-B600-F57376BCDA79}" dt="2024-12-10T21:31:51.757" v="356" actId="14100"/>
          <ac:spMkLst>
            <pc:docMk/>
            <pc:sldMk cId="3578000112" sldId="918"/>
            <ac:spMk id="3" creationId="{B522C1BF-FABF-D715-B009-A507E7BA61F5}"/>
          </ac:spMkLst>
        </pc:spChg>
      </pc:sldChg>
      <pc:sldChg chg="addSp delSp modSp new">
        <pc:chgData name="Fauser, Jan" userId="S::jan.fauser@reutlingen-university.de::98abba51-ab11-47ff-94bd-d183bfe2fe16" providerId="AD" clId="Web-{3C96CC7B-A1FA-311D-B600-F57376BCDA79}" dt="2024-12-10T21:58:39.608" v="488" actId="14100"/>
        <pc:sldMkLst>
          <pc:docMk/>
          <pc:sldMk cId="3378927615" sldId="919"/>
        </pc:sldMkLst>
        <pc:spChg chg="mod">
          <ac:chgData name="Fauser, Jan" userId="S::jan.fauser@reutlingen-university.de::98abba51-ab11-47ff-94bd-d183bfe2fe16" providerId="AD" clId="Web-{3C96CC7B-A1FA-311D-B600-F57376BCDA79}" dt="2024-12-10T21:54:59.411" v="440" actId="20577"/>
          <ac:spMkLst>
            <pc:docMk/>
            <pc:sldMk cId="3378927615" sldId="919"/>
            <ac:spMk id="2" creationId="{58C8CF9A-A64B-9D0D-B9FE-8EF66B3CBB18}"/>
          </ac:spMkLst>
        </pc:spChg>
        <pc:spChg chg="del">
          <ac:chgData name="Fauser, Jan" userId="S::jan.fauser@reutlingen-university.de::98abba51-ab11-47ff-94bd-d183bfe2fe16" providerId="AD" clId="Web-{3C96CC7B-A1FA-311D-B600-F57376BCDA79}" dt="2024-12-10T21:55:13.708" v="443"/>
          <ac:spMkLst>
            <pc:docMk/>
            <pc:sldMk cId="3378927615" sldId="919"/>
            <ac:spMk id="3" creationId="{C74E37EE-EDFD-547F-A193-E96B200C3A8C}"/>
          </ac:spMkLst>
        </pc:spChg>
        <pc:spChg chg="add mod">
          <ac:chgData name="Fauser, Jan" userId="S::jan.fauser@reutlingen-university.de::98abba51-ab11-47ff-94bd-d183bfe2fe16" providerId="AD" clId="Web-{3C96CC7B-A1FA-311D-B600-F57376BCDA79}" dt="2024-12-10T21:58:39.608" v="488" actId="14100"/>
          <ac:spMkLst>
            <pc:docMk/>
            <pc:sldMk cId="3378927615" sldId="919"/>
            <ac:spMk id="10" creationId="{15C164B9-8C9B-FC75-D63F-18DA4542A300}"/>
          </ac:spMkLst>
        </pc:spChg>
        <pc:picChg chg="add del mod modCrop">
          <ac:chgData name="Fauser, Jan" userId="S::jan.fauser@reutlingen-university.de::98abba51-ab11-47ff-94bd-d183bfe2fe16" providerId="AD" clId="Web-{3C96CC7B-A1FA-311D-B600-F57376BCDA79}" dt="2024-12-10T21:47:27.531" v="417"/>
          <ac:picMkLst>
            <pc:docMk/>
            <pc:sldMk cId="3378927615" sldId="919"/>
            <ac:picMk id="4" creationId="{6EDF55C7-62AF-6EFC-937D-9399F9E33181}"/>
          </ac:picMkLst>
        </pc:picChg>
        <pc:picChg chg="add mod">
          <ac:chgData name="Fauser, Jan" userId="S::jan.fauser@reutlingen-university.de::98abba51-ab11-47ff-94bd-d183bfe2fe16" providerId="AD" clId="Web-{3C96CC7B-A1FA-311D-B600-F57376BCDA79}" dt="2024-12-10T21:56:43.651" v="464" actId="14100"/>
          <ac:picMkLst>
            <pc:docMk/>
            <pc:sldMk cId="3378927615" sldId="919"/>
            <ac:picMk id="5" creationId="{401A7BA4-80EE-02F0-0B51-539589402B56}"/>
          </ac:picMkLst>
        </pc:picChg>
        <pc:picChg chg="add mod">
          <ac:chgData name="Fauser, Jan" userId="S::jan.fauser@reutlingen-university.de::98abba51-ab11-47ff-94bd-d183bfe2fe16" providerId="AD" clId="Web-{3C96CC7B-A1FA-311D-B600-F57376BCDA79}" dt="2024-12-10T21:56:48.744" v="466" actId="14100"/>
          <ac:picMkLst>
            <pc:docMk/>
            <pc:sldMk cId="3378927615" sldId="919"/>
            <ac:picMk id="7" creationId="{93696BEF-8366-DDF4-784F-5C25E3551A62}"/>
          </ac:picMkLst>
        </pc:picChg>
        <pc:picChg chg="add del mod">
          <ac:chgData name="Fauser, Jan" userId="S::jan.fauser@reutlingen-university.de::98abba51-ab11-47ff-94bd-d183bfe2fe16" providerId="AD" clId="Web-{3C96CC7B-A1FA-311D-B600-F57376BCDA79}" dt="2024-12-10T21:56:37.338" v="462"/>
          <ac:picMkLst>
            <pc:docMk/>
            <pc:sldMk cId="3378927615" sldId="919"/>
            <ac:picMk id="9" creationId="{6DE61BB2-8241-1552-220B-6C53D853F5AA}"/>
          </ac:picMkLst>
        </pc:picChg>
      </pc:sldChg>
      <pc:sldChg chg="addSp modSp new">
        <pc:chgData name="Fauser, Jan" userId="S::jan.fauser@reutlingen-university.de::98abba51-ab11-47ff-94bd-d183bfe2fe16" providerId="AD" clId="Web-{3C96CC7B-A1FA-311D-B600-F57376BCDA79}" dt="2024-12-10T22:21:56.412" v="535" actId="20577"/>
        <pc:sldMkLst>
          <pc:docMk/>
          <pc:sldMk cId="3242061189" sldId="920"/>
        </pc:sldMkLst>
        <pc:spChg chg="mod">
          <ac:chgData name="Fauser, Jan" userId="S::jan.fauser@reutlingen-university.de::98abba51-ab11-47ff-94bd-d183bfe2fe16" providerId="AD" clId="Web-{3C96CC7B-A1FA-311D-B600-F57376BCDA79}" dt="2024-12-10T22:17:39.793" v="520" actId="20577"/>
          <ac:spMkLst>
            <pc:docMk/>
            <pc:sldMk cId="3242061189" sldId="920"/>
            <ac:spMk id="2" creationId="{B54E5153-D316-B065-79BF-8B6A74A45C61}"/>
          </ac:spMkLst>
        </pc:spChg>
        <pc:spChg chg="mod">
          <ac:chgData name="Fauser, Jan" userId="S::jan.fauser@reutlingen-university.de::98abba51-ab11-47ff-94bd-d183bfe2fe16" providerId="AD" clId="Web-{3C96CC7B-A1FA-311D-B600-F57376BCDA79}" dt="2024-12-10T22:21:56.412" v="535" actId="20577"/>
          <ac:spMkLst>
            <pc:docMk/>
            <pc:sldMk cId="3242061189" sldId="920"/>
            <ac:spMk id="3" creationId="{BB060567-3126-12AA-8AFF-3AF376A568CB}"/>
          </ac:spMkLst>
        </pc:spChg>
        <pc:picChg chg="add mod modCrop">
          <ac:chgData name="Fauser, Jan" userId="S::jan.fauser@reutlingen-university.de::98abba51-ab11-47ff-94bd-d183bfe2fe16" providerId="AD" clId="Web-{3C96CC7B-A1FA-311D-B600-F57376BCDA79}" dt="2024-12-10T22:16:22.352" v="514" actId="1076"/>
          <ac:picMkLst>
            <pc:docMk/>
            <pc:sldMk cId="3242061189" sldId="920"/>
            <ac:picMk id="4" creationId="{C63E390D-C47F-44C6-C344-412C13474638}"/>
          </ac:picMkLst>
        </pc:picChg>
        <pc:picChg chg="add mod">
          <ac:chgData name="Fauser, Jan" userId="S::jan.fauser@reutlingen-university.de::98abba51-ab11-47ff-94bd-d183bfe2fe16" providerId="AD" clId="Web-{3C96CC7B-A1FA-311D-B600-F57376BCDA79}" dt="2024-12-10T22:19:02.249" v="524" actId="14100"/>
          <ac:picMkLst>
            <pc:docMk/>
            <pc:sldMk cId="3242061189" sldId="920"/>
            <ac:picMk id="5" creationId="{185F1804-AA87-D96D-C7BE-CB96F1D85979}"/>
          </ac:picMkLst>
        </pc:picChg>
      </pc:sldChg>
    </pc:docChg>
  </pc:docChgLst>
  <pc:docChgLst>
    <pc:chgData name="Fauser, Jan" userId="98abba51-ab11-47ff-94bd-d183bfe2fe16" providerId="ADAL" clId="{05FB8B19-A777-46CD-8B6B-E133A84EEA26}"/>
    <pc:docChg chg="modSld">
      <pc:chgData name="Fauser, Jan" userId="98abba51-ab11-47ff-94bd-d183bfe2fe16" providerId="ADAL" clId="{05FB8B19-A777-46CD-8B6B-E133A84EEA26}" dt="2025-02-25T09:11:29.730" v="0" actId="113"/>
      <pc:docMkLst>
        <pc:docMk/>
      </pc:docMkLst>
      <pc:sldChg chg="modSp mod">
        <pc:chgData name="Fauser, Jan" userId="98abba51-ab11-47ff-94bd-d183bfe2fe16" providerId="ADAL" clId="{05FB8B19-A777-46CD-8B6B-E133A84EEA26}" dt="2025-02-25T09:11:29.730" v="0" actId="113"/>
        <pc:sldMkLst>
          <pc:docMk/>
          <pc:sldMk cId="850322675" sldId="921"/>
        </pc:sldMkLst>
        <pc:spChg chg="mod">
          <ac:chgData name="Fauser, Jan" userId="98abba51-ab11-47ff-94bd-d183bfe2fe16" providerId="ADAL" clId="{05FB8B19-A777-46CD-8B6B-E133A84EEA26}" dt="2025-02-25T09:11:29.730" v="0" actId="113"/>
          <ac:spMkLst>
            <pc:docMk/>
            <pc:sldMk cId="850322675" sldId="921"/>
            <ac:spMk id="6" creationId="{497C02EA-5008-B102-6EE6-12C293E48CB0}"/>
          </ac:spMkLst>
        </pc:spChg>
      </pc:sldChg>
    </pc:docChg>
  </pc:docChgLst>
  <pc:docChgLst>
    <pc:chgData name="Fauser, Jan" userId="S::jan.fauser@reutlingen-university.de::98abba51-ab11-47ff-94bd-d183bfe2fe16" providerId="AD" clId="Web-{3A3F95FB-0C4B-F8FD-E7FD-41EC6D9C5586}"/>
    <pc:docChg chg="addSld">
      <pc:chgData name="Fauser, Jan" userId="S::jan.fauser@reutlingen-university.de::98abba51-ab11-47ff-94bd-d183bfe2fe16" providerId="AD" clId="Web-{3A3F95FB-0C4B-F8FD-E7FD-41EC6D9C5586}" dt="2025-01-29T08:49:14.489" v="0"/>
      <pc:docMkLst>
        <pc:docMk/>
      </pc:docMkLst>
      <pc:sldChg chg="add">
        <pc:chgData name="Fauser, Jan" userId="S::jan.fauser@reutlingen-university.de::98abba51-ab11-47ff-94bd-d183bfe2fe16" providerId="AD" clId="Web-{3A3F95FB-0C4B-F8FD-E7FD-41EC6D9C5586}" dt="2025-01-29T08:49:14.489" v="0"/>
        <pc:sldMkLst>
          <pc:docMk/>
          <pc:sldMk cId="1422320154" sldId="318"/>
        </pc:sldMkLst>
      </pc:sldChg>
    </pc:docChg>
  </pc:docChgLst>
  <pc:docChgLst>
    <pc:chgData clId="Web-{86C66056-104C-4AD6-86B4-1405507AC8C9}"/>
    <pc:docChg chg="modSld">
      <pc:chgData name="" userId="" providerId="" clId="Web-{86C66056-104C-4AD6-86B4-1405507AC8C9}" dt="2025-01-22T09:02:31.370" v="1"/>
      <pc:docMkLst>
        <pc:docMk/>
      </pc:docMkLst>
      <pc:sldChg chg="addSp modSp">
        <pc:chgData name="" userId="" providerId="" clId="Web-{86C66056-104C-4AD6-86B4-1405507AC8C9}" dt="2025-01-22T09:02:31.370" v="1"/>
        <pc:sldMkLst>
          <pc:docMk/>
          <pc:sldMk cId="1516125741" sldId="256"/>
        </pc:sldMkLst>
        <pc:spChg chg="add mod">
          <ac:chgData name="" userId="" providerId="" clId="Web-{86C66056-104C-4AD6-86B4-1405507AC8C9}" dt="2025-01-22T09:02:31.370" v="1"/>
          <ac:spMkLst>
            <pc:docMk/>
            <pc:sldMk cId="1516125741" sldId="256"/>
            <ac:spMk id="3" creationId="{75EF5ADE-C7C8-9B0F-B54D-9707F49576F3}"/>
          </ac:spMkLst>
        </pc:spChg>
      </pc:sldChg>
    </pc:docChg>
  </pc:docChgLst>
  <pc:docChgLst>
    <pc:chgData name="Fauser, Jan" userId="S::jan.fauser@reutlingen-university.de::98abba51-ab11-47ff-94bd-d183bfe2fe16" providerId="AD" clId="Web-{86C66056-104C-4AD6-86B4-1405507AC8C9}"/>
    <pc:docChg chg="modSld">
      <pc:chgData name="Fauser, Jan" userId="S::jan.fauser@reutlingen-university.de::98abba51-ab11-47ff-94bd-d183bfe2fe16" providerId="AD" clId="Web-{86C66056-104C-4AD6-86B4-1405507AC8C9}" dt="2025-01-22T09:02:41.574" v="0" actId="1076"/>
      <pc:docMkLst>
        <pc:docMk/>
      </pc:docMkLst>
      <pc:sldChg chg="modSp">
        <pc:chgData name="Fauser, Jan" userId="S::jan.fauser@reutlingen-university.de::98abba51-ab11-47ff-94bd-d183bfe2fe16" providerId="AD" clId="Web-{86C66056-104C-4AD6-86B4-1405507AC8C9}" dt="2025-01-22T09:02:41.574" v="0" actId="1076"/>
        <pc:sldMkLst>
          <pc:docMk/>
          <pc:sldMk cId="1516125741" sldId="256"/>
        </pc:sldMkLst>
        <pc:spChg chg="mod">
          <ac:chgData name="Fauser, Jan" userId="S::jan.fauser@reutlingen-university.de::98abba51-ab11-47ff-94bd-d183bfe2fe16" providerId="AD" clId="Web-{86C66056-104C-4AD6-86B4-1405507AC8C9}" dt="2025-01-22T09:02:41.574" v="0" actId="1076"/>
          <ac:spMkLst>
            <pc:docMk/>
            <pc:sldMk cId="1516125741" sldId="256"/>
            <ac:spMk id="3" creationId="{75EF5ADE-C7C8-9B0F-B54D-9707F49576F3}"/>
          </ac:spMkLst>
        </pc:spChg>
      </pc:sldChg>
    </pc:docChg>
  </pc:docChgLst>
  <pc:docChgLst>
    <pc:chgData name="Fauser, Jan" userId="S::jan.fauser@reutlingen-university.de::98abba51-ab11-47ff-94bd-d183bfe2fe16" providerId="AD" clId="Web-{97BFD0F6-E433-8482-194C-6088E75F3826}"/>
    <pc:docChg chg="addSld delSld modSld sldOrd">
      <pc:chgData name="Fauser, Jan" userId="S::jan.fauser@reutlingen-university.de::98abba51-ab11-47ff-94bd-d183bfe2fe16" providerId="AD" clId="Web-{97BFD0F6-E433-8482-194C-6088E75F3826}" dt="2024-12-11T07:07:02.062" v="510" actId="14100"/>
      <pc:docMkLst>
        <pc:docMk/>
      </pc:docMkLst>
      <pc:sldChg chg="del">
        <pc:chgData name="Fauser, Jan" userId="S::jan.fauser@reutlingen-university.de::98abba51-ab11-47ff-94bd-d183bfe2fe16" providerId="AD" clId="Web-{97BFD0F6-E433-8482-194C-6088E75F3826}" dt="2024-12-11T07:03:27.900" v="456"/>
        <pc:sldMkLst>
          <pc:docMk/>
          <pc:sldMk cId="1297129023" sldId="276"/>
        </pc:sldMkLst>
      </pc:sldChg>
      <pc:sldChg chg="del">
        <pc:chgData name="Fauser, Jan" userId="S::jan.fauser@reutlingen-university.de::98abba51-ab11-47ff-94bd-d183bfe2fe16" providerId="AD" clId="Web-{97BFD0F6-E433-8482-194C-6088E75F3826}" dt="2024-12-11T07:03:26.385" v="454"/>
        <pc:sldMkLst>
          <pc:docMk/>
          <pc:sldMk cId="2305662434" sldId="328"/>
        </pc:sldMkLst>
      </pc:sldChg>
      <pc:sldChg chg="del">
        <pc:chgData name="Fauser, Jan" userId="S::jan.fauser@reutlingen-university.de::98abba51-ab11-47ff-94bd-d183bfe2fe16" providerId="AD" clId="Web-{97BFD0F6-E433-8482-194C-6088E75F3826}" dt="2024-12-11T07:03:28.135" v="457"/>
        <pc:sldMkLst>
          <pc:docMk/>
          <pc:sldMk cId="2763606245" sldId="493"/>
        </pc:sldMkLst>
      </pc:sldChg>
      <pc:sldChg chg="del">
        <pc:chgData name="Fauser, Jan" userId="S::jan.fauser@reutlingen-university.de::98abba51-ab11-47ff-94bd-d183bfe2fe16" providerId="AD" clId="Web-{97BFD0F6-E433-8482-194C-6088E75F3826}" dt="2024-12-11T07:03:28.650" v="458"/>
        <pc:sldMkLst>
          <pc:docMk/>
          <pc:sldMk cId="1347625844" sldId="494"/>
        </pc:sldMkLst>
      </pc:sldChg>
      <pc:sldChg chg="del">
        <pc:chgData name="Fauser, Jan" userId="S::jan.fauser@reutlingen-university.de::98abba51-ab11-47ff-94bd-d183bfe2fe16" providerId="AD" clId="Web-{97BFD0F6-E433-8482-194C-6088E75F3826}" dt="2024-12-11T07:03:29.525" v="459"/>
        <pc:sldMkLst>
          <pc:docMk/>
          <pc:sldMk cId="515642826" sldId="504"/>
        </pc:sldMkLst>
      </pc:sldChg>
      <pc:sldChg chg="del">
        <pc:chgData name="Fauser, Jan" userId="S::jan.fauser@reutlingen-university.de::98abba51-ab11-47ff-94bd-d183bfe2fe16" providerId="AD" clId="Web-{97BFD0F6-E433-8482-194C-6088E75F3826}" dt="2024-12-11T07:03:30.353" v="460"/>
        <pc:sldMkLst>
          <pc:docMk/>
          <pc:sldMk cId="136029858" sldId="505"/>
        </pc:sldMkLst>
      </pc:sldChg>
      <pc:sldChg chg="del">
        <pc:chgData name="Fauser, Jan" userId="S::jan.fauser@reutlingen-university.de::98abba51-ab11-47ff-94bd-d183bfe2fe16" providerId="AD" clId="Web-{97BFD0F6-E433-8482-194C-6088E75F3826}" dt="2024-12-11T07:03:27.510" v="455"/>
        <pc:sldMkLst>
          <pc:docMk/>
          <pc:sldMk cId="463545198" sldId="869"/>
        </pc:sldMkLst>
      </pc:sldChg>
      <pc:sldChg chg="del">
        <pc:chgData name="Fauser, Jan" userId="S::jan.fauser@reutlingen-university.de::98abba51-ab11-47ff-94bd-d183bfe2fe16" providerId="AD" clId="Web-{97BFD0F6-E433-8482-194C-6088E75F3826}" dt="2024-12-11T07:03:31.525" v="461"/>
        <pc:sldMkLst>
          <pc:docMk/>
          <pc:sldMk cId="662535585" sldId="871"/>
        </pc:sldMkLst>
      </pc:sldChg>
      <pc:sldChg chg="del">
        <pc:chgData name="Fauser, Jan" userId="S::jan.fauser@reutlingen-university.de::98abba51-ab11-47ff-94bd-d183bfe2fe16" providerId="AD" clId="Web-{97BFD0F6-E433-8482-194C-6088E75F3826}" dt="2024-12-11T07:03:14.165" v="442"/>
        <pc:sldMkLst>
          <pc:docMk/>
          <pc:sldMk cId="1948978330" sldId="896"/>
        </pc:sldMkLst>
      </pc:sldChg>
      <pc:sldChg chg="del">
        <pc:chgData name="Fauser, Jan" userId="S::jan.fauser@reutlingen-university.de::98abba51-ab11-47ff-94bd-d183bfe2fe16" providerId="AD" clId="Web-{97BFD0F6-E433-8482-194C-6088E75F3826}" dt="2024-12-11T07:03:13.415" v="441"/>
        <pc:sldMkLst>
          <pc:docMk/>
          <pc:sldMk cId="1115639280" sldId="898"/>
        </pc:sldMkLst>
      </pc:sldChg>
      <pc:sldChg chg="del">
        <pc:chgData name="Fauser, Jan" userId="S::jan.fauser@reutlingen-university.de::98abba51-ab11-47ff-94bd-d183bfe2fe16" providerId="AD" clId="Web-{97BFD0F6-E433-8482-194C-6088E75F3826}" dt="2024-12-11T07:03:14.884" v="443"/>
        <pc:sldMkLst>
          <pc:docMk/>
          <pc:sldMk cId="3805860525" sldId="899"/>
        </pc:sldMkLst>
      </pc:sldChg>
      <pc:sldChg chg="del">
        <pc:chgData name="Fauser, Jan" userId="S::jan.fauser@reutlingen-university.de::98abba51-ab11-47ff-94bd-d183bfe2fe16" providerId="AD" clId="Web-{97BFD0F6-E433-8482-194C-6088E75F3826}" dt="2024-12-11T07:03:11.337" v="439"/>
        <pc:sldMkLst>
          <pc:docMk/>
          <pc:sldMk cId="1309692037" sldId="901"/>
        </pc:sldMkLst>
      </pc:sldChg>
      <pc:sldChg chg="del">
        <pc:chgData name="Fauser, Jan" userId="S::jan.fauser@reutlingen-university.de::98abba51-ab11-47ff-94bd-d183bfe2fe16" providerId="AD" clId="Web-{97BFD0F6-E433-8482-194C-6088E75F3826}" dt="2024-12-11T07:03:09.806" v="438"/>
        <pc:sldMkLst>
          <pc:docMk/>
          <pc:sldMk cId="214367843" sldId="902"/>
        </pc:sldMkLst>
      </pc:sldChg>
      <pc:sldChg chg="modSp">
        <pc:chgData name="Fauser, Jan" userId="S::jan.fauser@reutlingen-university.de::98abba51-ab11-47ff-94bd-d183bfe2fe16" providerId="AD" clId="Web-{97BFD0F6-E433-8482-194C-6088E75F3826}" dt="2024-12-11T05:48:15.699" v="4" actId="1076"/>
        <pc:sldMkLst>
          <pc:docMk/>
          <pc:sldMk cId="2004005795" sldId="903"/>
        </pc:sldMkLst>
        <pc:spChg chg="mod">
          <ac:chgData name="Fauser, Jan" userId="S::jan.fauser@reutlingen-university.de::98abba51-ab11-47ff-94bd-d183bfe2fe16" providerId="AD" clId="Web-{97BFD0F6-E433-8482-194C-6088E75F3826}" dt="2024-12-11T05:48:15.699" v="4" actId="1076"/>
          <ac:spMkLst>
            <pc:docMk/>
            <pc:sldMk cId="2004005795" sldId="903"/>
            <ac:spMk id="8" creationId="{82131EBF-30C1-C0B9-5A39-6AC456F3E477}"/>
          </ac:spMkLst>
        </pc:spChg>
      </pc:sldChg>
      <pc:sldChg chg="addSp delSp modSp ord">
        <pc:chgData name="Fauser, Jan" userId="S::jan.fauser@reutlingen-university.de::98abba51-ab11-47ff-94bd-d183bfe2fe16" providerId="AD" clId="Web-{97BFD0F6-E433-8482-194C-6088E75F3826}" dt="2024-12-11T06:47:00.763" v="331"/>
        <pc:sldMkLst>
          <pc:docMk/>
          <pc:sldMk cId="2183408836" sldId="904"/>
        </pc:sldMkLst>
        <pc:spChg chg="mod">
          <ac:chgData name="Fauser, Jan" userId="S::jan.fauser@reutlingen-university.de::98abba51-ab11-47ff-94bd-d183bfe2fe16" providerId="AD" clId="Web-{97BFD0F6-E433-8482-194C-6088E75F3826}" dt="2024-12-11T05:49:47.155" v="9" actId="20577"/>
          <ac:spMkLst>
            <pc:docMk/>
            <pc:sldMk cId="2183408836" sldId="904"/>
            <ac:spMk id="2" creationId="{C768306F-9355-79FC-1089-AAE5375D2A93}"/>
          </ac:spMkLst>
        </pc:spChg>
        <pc:spChg chg="add del mod">
          <ac:chgData name="Fauser, Jan" userId="S::jan.fauser@reutlingen-university.de::98abba51-ab11-47ff-94bd-d183bfe2fe16" providerId="AD" clId="Web-{97BFD0F6-E433-8482-194C-6088E75F3826}" dt="2024-12-11T06:23:52.955" v="174"/>
          <ac:spMkLst>
            <pc:docMk/>
            <pc:sldMk cId="2183408836" sldId="904"/>
            <ac:spMk id="3" creationId="{32EFE25D-9CE8-A4FF-ED5D-5CEE1FA53CC7}"/>
          </ac:spMkLst>
        </pc:spChg>
        <pc:spChg chg="add del mod">
          <ac:chgData name="Fauser, Jan" userId="S::jan.fauser@reutlingen-university.de::98abba51-ab11-47ff-94bd-d183bfe2fe16" providerId="AD" clId="Web-{97BFD0F6-E433-8482-194C-6088E75F3826}" dt="2024-12-11T05:51:04.298" v="27"/>
          <ac:spMkLst>
            <pc:docMk/>
            <pc:sldMk cId="2183408836" sldId="904"/>
            <ac:spMk id="5" creationId="{B59B6531-E86C-1C66-4793-7E01DDCCA437}"/>
          </ac:spMkLst>
        </pc:spChg>
        <pc:spChg chg="add mod">
          <ac:chgData name="Fauser, Jan" userId="S::jan.fauser@reutlingen-university.de::98abba51-ab11-47ff-94bd-d183bfe2fe16" providerId="AD" clId="Web-{97BFD0F6-E433-8482-194C-6088E75F3826}" dt="2024-12-11T06:25:25.523" v="191" actId="1076"/>
          <ac:spMkLst>
            <pc:docMk/>
            <pc:sldMk cId="2183408836" sldId="904"/>
            <ac:spMk id="7" creationId="{41D277B0-E5A7-D902-8CF4-A8B5F382C198}"/>
          </ac:spMkLst>
        </pc:spChg>
        <pc:spChg chg="add mod">
          <ac:chgData name="Fauser, Jan" userId="S::jan.fauser@reutlingen-university.de::98abba51-ab11-47ff-94bd-d183bfe2fe16" providerId="AD" clId="Web-{97BFD0F6-E433-8482-194C-6088E75F3826}" dt="2024-12-11T06:47:00.763" v="331"/>
          <ac:spMkLst>
            <pc:docMk/>
            <pc:sldMk cId="2183408836" sldId="904"/>
            <ac:spMk id="9" creationId="{DC394674-FEA5-DB0B-9CCC-78FE127B974A}"/>
          </ac:spMkLst>
        </pc:spChg>
        <pc:picChg chg="del mod">
          <ac:chgData name="Fauser, Jan" userId="S::jan.fauser@reutlingen-university.de::98abba51-ab11-47ff-94bd-d183bfe2fe16" providerId="AD" clId="Web-{97BFD0F6-E433-8482-194C-6088E75F3826}" dt="2024-12-11T06:23:50.924" v="173"/>
          <ac:picMkLst>
            <pc:docMk/>
            <pc:sldMk cId="2183408836" sldId="904"/>
            <ac:picMk id="4" creationId="{9567E519-F92A-92A6-E060-5535E8A77BE3}"/>
          </ac:picMkLst>
        </pc:picChg>
        <pc:picChg chg="del mod">
          <ac:chgData name="Fauser, Jan" userId="S::jan.fauser@reutlingen-university.de::98abba51-ab11-47ff-94bd-d183bfe2fe16" providerId="AD" clId="Web-{97BFD0F6-E433-8482-194C-6088E75F3826}" dt="2024-12-11T06:24:29.769" v="182"/>
          <ac:picMkLst>
            <pc:docMk/>
            <pc:sldMk cId="2183408836" sldId="904"/>
            <ac:picMk id="6" creationId="{16016F72-DF2F-4EBE-FD00-F30D64509AE1}"/>
          </ac:picMkLst>
        </pc:picChg>
        <pc:picChg chg="add mod">
          <ac:chgData name="Fauser, Jan" userId="S::jan.fauser@reutlingen-university.de::98abba51-ab11-47ff-94bd-d183bfe2fe16" providerId="AD" clId="Web-{97BFD0F6-E433-8482-194C-6088E75F3826}" dt="2024-12-11T06:25:21.195" v="190"/>
          <ac:picMkLst>
            <pc:docMk/>
            <pc:sldMk cId="2183408836" sldId="904"/>
            <ac:picMk id="8" creationId="{72028CD8-EC15-F4BB-647F-4608DA9FFDFD}"/>
          </ac:picMkLst>
        </pc:picChg>
        <pc:picChg chg="add mod">
          <ac:chgData name="Fauser, Jan" userId="S::jan.fauser@reutlingen-university.de::98abba51-ab11-47ff-94bd-d183bfe2fe16" providerId="AD" clId="Web-{97BFD0F6-E433-8482-194C-6088E75F3826}" dt="2024-12-11T06:25:16.242" v="189" actId="1076"/>
          <ac:picMkLst>
            <pc:docMk/>
            <pc:sldMk cId="2183408836" sldId="904"/>
            <ac:picMk id="10" creationId="{599D6675-1941-28C0-7241-19EE3AA45810}"/>
          </ac:picMkLst>
        </pc:picChg>
      </pc:sldChg>
      <pc:sldChg chg="del">
        <pc:chgData name="Fauser, Jan" userId="S::jan.fauser@reutlingen-university.de::98abba51-ab11-47ff-94bd-d183bfe2fe16" providerId="AD" clId="Web-{97BFD0F6-E433-8482-194C-6088E75F3826}" dt="2024-12-11T07:03:12.525" v="440"/>
        <pc:sldMkLst>
          <pc:docMk/>
          <pc:sldMk cId="4222470976" sldId="905"/>
        </pc:sldMkLst>
      </pc:sldChg>
      <pc:sldChg chg="del">
        <pc:chgData name="Fauser, Jan" userId="S::jan.fauser@reutlingen-university.de::98abba51-ab11-47ff-94bd-d183bfe2fe16" providerId="AD" clId="Web-{97BFD0F6-E433-8482-194C-6088E75F3826}" dt="2024-12-11T07:03:16.525" v="445"/>
        <pc:sldMkLst>
          <pc:docMk/>
          <pc:sldMk cId="2030812546" sldId="906"/>
        </pc:sldMkLst>
      </pc:sldChg>
      <pc:sldChg chg="del">
        <pc:chgData name="Fauser, Jan" userId="S::jan.fauser@reutlingen-university.de::98abba51-ab11-47ff-94bd-d183bfe2fe16" providerId="AD" clId="Web-{97BFD0F6-E433-8482-194C-6088E75F3826}" dt="2024-12-11T07:03:15.681" v="444"/>
        <pc:sldMkLst>
          <pc:docMk/>
          <pc:sldMk cId="3884823674" sldId="907"/>
        </pc:sldMkLst>
      </pc:sldChg>
      <pc:sldChg chg="del">
        <pc:chgData name="Fauser, Jan" userId="S::jan.fauser@reutlingen-university.de::98abba51-ab11-47ff-94bd-d183bfe2fe16" providerId="AD" clId="Web-{97BFD0F6-E433-8482-194C-6088E75F3826}" dt="2024-12-11T07:03:17.369" v="446"/>
        <pc:sldMkLst>
          <pc:docMk/>
          <pc:sldMk cId="1805559632" sldId="908"/>
        </pc:sldMkLst>
      </pc:sldChg>
      <pc:sldChg chg="del">
        <pc:chgData name="Fauser, Jan" userId="S::jan.fauser@reutlingen-university.de::98abba51-ab11-47ff-94bd-d183bfe2fe16" providerId="AD" clId="Web-{97BFD0F6-E433-8482-194C-6088E75F3826}" dt="2024-12-11T07:03:18.119" v="447"/>
        <pc:sldMkLst>
          <pc:docMk/>
          <pc:sldMk cId="2461960775" sldId="909"/>
        </pc:sldMkLst>
      </pc:sldChg>
      <pc:sldChg chg="del">
        <pc:chgData name="Fauser, Jan" userId="S::jan.fauser@reutlingen-university.de::98abba51-ab11-47ff-94bd-d183bfe2fe16" providerId="AD" clId="Web-{97BFD0F6-E433-8482-194C-6088E75F3826}" dt="2024-12-11T07:03:19.228" v="448"/>
        <pc:sldMkLst>
          <pc:docMk/>
          <pc:sldMk cId="4205822518" sldId="910"/>
        </pc:sldMkLst>
      </pc:sldChg>
      <pc:sldChg chg="del">
        <pc:chgData name="Fauser, Jan" userId="S::jan.fauser@reutlingen-university.de::98abba51-ab11-47ff-94bd-d183bfe2fe16" providerId="AD" clId="Web-{97BFD0F6-E433-8482-194C-6088E75F3826}" dt="2024-12-11T07:03:19.697" v="449"/>
        <pc:sldMkLst>
          <pc:docMk/>
          <pc:sldMk cId="1560980121" sldId="911"/>
        </pc:sldMkLst>
      </pc:sldChg>
      <pc:sldChg chg="del">
        <pc:chgData name="Fauser, Jan" userId="S::jan.fauser@reutlingen-university.de::98abba51-ab11-47ff-94bd-d183bfe2fe16" providerId="AD" clId="Web-{97BFD0F6-E433-8482-194C-6088E75F3826}" dt="2024-12-11T07:03:20.400" v="450"/>
        <pc:sldMkLst>
          <pc:docMk/>
          <pc:sldMk cId="2100545069" sldId="912"/>
        </pc:sldMkLst>
      </pc:sldChg>
      <pc:sldChg chg="del">
        <pc:chgData name="Fauser, Jan" userId="S::jan.fauser@reutlingen-university.de::98abba51-ab11-47ff-94bd-d183bfe2fe16" providerId="AD" clId="Web-{97BFD0F6-E433-8482-194C-6088E75F3826}" dt="2024-12-11T07:03:21.556" v="451"/>
        <pc:sldMkLst>
          <pc:docMk/>
          <pc:sldMk cId="98907114" sldId="913"/>
        </pc:sldMkLst>
      </pc:sldChg>
      <pc:sldChg chg="del">
        <pc:chgData name="Fauser, Jan" userId="S::jan.fauser@reutlingen-university.de::98abba51-ab11-47ff-94bd-d183bfe2fe16" providerId="AD" clId="Web-{97BFD0F6-E433-8482-194C-6088E75F3826}" dt="2024-12-11T07:03:22.634" v="452"/>
        <pc:sldMkLst>
          <pc:docMk/>
          <pc:sldMk cId="523305488" sldId="914"/>
        </pc:sldMkLst>
      </pc:sldChg>
      <pc:sldChg chg="del">
        <pc:chgData name="Fauser, Jan" userId="S::jan.fauser@reutlingen-university.de::98abba51-ab11-47ff-94bd-d183bfe2fe16" providerId="AD" clId="Web-{97BFD0F6-E433-8482-194C-6088E75F3826}" dt="2024-12-11T07:03:25.103" v="453"/>
        <pc:sldMkLst>
          <pc:docMk/>
          <pc:sldMk cId="4194746216" sldId="915"/>
        </pc:sldMkLst>
      </pc:sldChg>
      <pc:sldChg chg="addSp delSp modSp new">
        <pc:chgData name="Fauser, Jan" userId="S::jan.fauser@reutlingen-university.de::98abba51-ab11-47ff-94bd-d183bfe2fe16" providerId="AD" clId="Web-{97BFD0F6-E433-8482-194C-6088E75F3826}" dt="2024-12-11T06:31:02.439" v="205" actId="20577"/>
        <pc:sldMkLst>
          <pc:docMk/>
          <pc:sldMk cId="850322675" sldId="921"/>
        </pc:sldMkLst>
        <pc:spChg chg="mod">
          <ac:chgData name="Fauser, Jan" userId="S::jan.fauser@reutlingen-university.de::98abba51-ab11-47ff-94bd-d183bfe2fe16" providerId="AD" clId="Web-{97BFD0F6-E433-8482-194C-6088E75F3826}" dt="2024-12-11T06:14:37.030" v="92" actId="20577"/>
          <ac:spMkLst>
            <pc:docMk/>
            <pc:sldMk cId="850322675" sldId="921"/>
            <ac:spMk id="2" creationId="{1EFA6A0F-0D01-B253-7932-88D45CA61490}"/>
          </ac:spMkLst>
        </pc:spChg>
        <pc:spChg chg="del">
          <ac:chgData name="Fauser, Jan" userId="S::jan.fauser@reutlingen-university.de::98abba51-ab11-47ff-94bd-d183bfe2fe16" providerId="AD" clId="Web-{97BFD0F6-E433-8482-194C-6088E75F3826}" dt="2024-12-11T06:12:59.621" v="70"/>
          <ac:spMkLst>
            <pc:docMk/>
            <pc:sldMk cId="850322675" sldId="921"/>
            <ac:spMk id="3" creationId="{1ED29C39-1F60-AF8B-D86F-8650040ECC98}"/>
          </ac:spMkLst>
        </pc:spChg>
        <pc:spChg chg="add del mod">
          <ac:chgData name="Fauser, Jan" userId="S::jan.fauser@reutlingen-university.de::98abba51-ab11-47ff-94bd-d183bfe2fe16" providerId="AD" clId="Web-{97BFD0F6-E433-8482-194C-6088E75F3826}" dt="2024-12-11T06:14:46.358" v="96"/>
          <ac:spMkLst>
            <pc:docMk/>
            <pc:sldMk cId="850322675" sldId="921"/>
            <ac:spMk id="5" creationId="{5A5B9B09-C09D-A31A-1F39-9F25249535FD}"/>
          </ac:spMkLst>
        </pc:spChg>
        <pc:spChg chg="add mod">
          <ac:chgData name="Fauser, Jan" userId="S::jan.fauser@reutlingen-university.de::98abba51-ab11-47ff-94bd-d183bfe2fe16" providerId="AD" clId="Web-{97BFD0F6-E433-8482-194C-6088E75F3826}" dt="2024-12-11T06:31:02.439" v="205" actId="20577"/>
          <ac:spMkLst>
            <pc:docMk/>
            <pc:sldMk cId="850322675" sldId="921"/>
            <ac:spMk id="6" creationId="{497C02EA-5008-B102-6EE6-12C293E48CB0}"/>
          </ac:spMkLst>
        </pc:spChg>
        <pc:picChg chg="add mod">
          <ac:chgData name="Fauser, Jan" userId="S::jan.fauser@reutlingen-university.de::98abba51-ab11-47ff-94bd-d183bfe2fe16" providerId="AD" clId="Web-{97BFD0F6-E433-8482-194C-6088E75F3826}" dt="2024-12-11T06:14:28.530" v="86" actId="1076"/>
          <ac:picMkLst>
            <pc:docMk/>
            <pc:sldMk cId="850322675" sldId="921"/>
            <ac:picMk id="4" creationId="{85FA46EF-70E8-DE15-00DF-2209FDB52E64}"/>
          </ac:picMkLst>
        </pc:picChg>
      </pc:sldChg>
      <pc:sldChg chg="addSp delSp modSp new">
        <pc:chgData name="Fauser, Jan" userId="S::jan.fauser@reutlingen-university.de::98abba51-ab11-47ff-94bd-d183bfe2fe16" providerId="AD" clId="Web-{97BFD0F6-E433-8482-194C-6088E75F3826}" dt="2024-12-11T06:35:24.229" v="259" actId="20577"/>
        <pc:sldMkLst>
          <pc:docMk/>
          <pc:sldMk cId="1564214365" sldId="922"/>
        </pc:sldMkLst>
        <pc:spChg chg="mod">
          <ac:chgData name="Fauser, Jan" userId="S::jan.fauser@reutlingen-university.de::98abba51-ab11-47ff-94bd-d183bfe2fe16" providerId="AD" clId="Web-{97BFD0F6-E433-8482-194C-6088E75F3826}" dt="2024-12-11T06:34:19.742" v="237" actId="20577"/>
          <ac:spMkLst>
            <pc:docMk/>
            <pc:sldMk cId="1564214365" sldId="922"/>
            <ac:spMk id="2" creationId="{F8D34B8E-4F70-B7BF-EBB0-1C157E075856}"/>
          </ac:spMkLst>
        </pc:spChg>
        <pc:spChg chg="mod">
          <ac:chgData name="Fauser, Jan" userId="S::jan.fauser@reutlingen-university.de::98abba51-ab11-47ff-94bd-d183bfe2fe16" providerId="AD" clId="Web-{97BFD0F6-E433-8482-194C-6088E75F3826}" dt="2024-12-11T06:35:24.229" v="259" actId="20577"/>
          <ac:spMkLst>
            <pc:docMk/>
            <pc:sldMk cId="1564214365" sldId="922"/>
            <ac:spMk id="3" creationId="{EFDFAE35-35DC-D989-2EA2-EB0744150D83}"/>
          </ac:spMkLst>
        </pc:spChg>
        <pc:spChg chg="add mod">
          <ac:chgData name="Fauser, Jan" userId="S::jan.fauser@reutlingen-university.de::98abba51-ab11-47ff-94bd-d183bfe2fe16" providerId="AD" clId="Web-{97BFD0F6-E433-8482-194C-6088E75F3826}" dt="2024-12-11T06:34:31.305" v="239"/>
          <ac:spMkLst>
            <pc:docMk/>
            <pc:sldMk cId="1564214365" sldId="922"/>
            <ac:spMk id="6" creationId="{60705277-95A7-9FCF-B22A-81921D41538F}"/>
          </ac:spMkLst>
        </pc:spChg>
        <pc:picChg chg="add del mod">
          <ac:chgData name="Fauser, Jan" userId="S::jan.fauser@reutlingen-university.de::98abba51-ab11-47ff-94bd-d183bfe2fe16" providerId="AD" clId="Web-{97BFD0F6-E433-8482-194C-6088E75F3826}" dt="2024-12-11T06:28:32.372" v="196"/>
          <ac:picMkLst>
            <pc:docMk/>
            <pc:sldMk cId="1564214365" sldId="922"/>
            <ac:picMk id="4" creationId="{58DB2D9A-88CC-7FF6-65B0-42272FA559DF}"/>
          </ac:picMkLst>
        </pc:picChg>
        <pc:picChg chg="add del mod">
          <ac:chgData name="Fauser, Jan" userId="S::jan.fauser@reutlingen-university.de::98abba51-ab11-47ff-94bd-d183bfe2fe16" providerId="AD" clId="Web-{97BFD0F6-E433-8482-194C-6088E75F3826}" dt="2024-12-11T06:32:39.098" v="206"/>
          <ac:picMkLst>
            <pc:docMk/>
            <pc:sldMk cId="1564214365" sldId="922"/>
            <ac:picMk id="5" creationId="{36529D86-74A0-9BDB-A4B2-E21E59061ED4}"/>
          </ac:picMkLst>
        </pc:picChg>
        <pc:picChg chg="add mod ord">
          <ac:chgData name="Fauser, Jan" userId="S::jan.fauser@reutlingen-university.de::98abba51-ab11-47ff-94bd-d183bfe2fe16" providerId="AD" clId="Web-{97BFD0F6-E433-8482-194C-6088E75F3826}" dt="2024-12-11T06:33:02.239" v="215" actId="1076"/>
          <ac:picMkLst>
            <pc:docMk/>
            <pc:sldMk cId="1564214365" sldId="922"/>
            <ac:picMk id="7" creationId="{71286733-8389-D372-5410-124C7CCE2050}"/>
          </ac:picMkLst>
        </pc:picChg>
      </pc:sldChg>
      <pc:sldChg chg="addSp delSp modSp new">
        <pc:chgData name="Fauser, Jan" userId="S::jan.fauser@reutlingen-university.de::98abba51-ab11-47ff-94bd-d183bfe2fe16" providerId="AD" clId="Web-{97BFD0F6-E433-8482-194C-6088E75F3826}" dt="2024-12-11T06:52:01.725" v="347" actId="14100"/>
        <pc:sldMkLst>
          <pc:docMk/>
          <pc:sldMk cId="1025277569" sldId="923"/>
        </pc:sldMkLst>
        <pc:spChg chg="mod">
          <ac:chgData name="Fauser, Jan" userId="S::jan.fauser@reutlingen-university.de::98abba51-ab11-47ff-94bd-d183bfe2fe16" providerId="AD" clId="Web-{97BFD0F6-E433-8482-194C-6088E75F3826}" dt="2024-12-11T06:43:51.493" v="290" actId="20577"/>
          <ac:spMkLst>
            <pc:docMk/>
            <pc:sldMk cId="1025277569" sldId="923"/>
            <ac:spMk id="2" creationId="{7EED4F63-A4F9-15D8-A38F-30C3880AD452}"/>
          </ac:spMkLst>
        </pc:spChg>
        <pc:spChg chg="del">
          <ac:chgData name="Fauser, Jan" userId="S::jan.fauser@reutlingen-university.de::98abba51-ab11-47ff-94bd-d183bfe2fe16" providerId="AD" clId="Web-{97BFD0F6-E433-8482-194C-6088E75F3826}" dt="2024-12-11T06:40:37.909" v="261"/>
          <ac:spMkLst>
            <pc:docMk/>
            <pc:sldMk cId="1025277569" sldId="923"/>
            <ac:spMk id="3" creationId="{32B33853-7092-773D-5E90-2B638E8189AA}"/>
          </ac:spMkLst>
        </pc:spChg>
        <pc:spChg chg="add del mod">
          <ac:chgData name="Fauser, Jan" userId="S::jan.fauser@reutlingen-university.de::98abba51-ab11-47ff-94bd-d183bfe2fe16" providerId="AD" clId="Web-{97BFD0F6-E433-8482-194C-6088E75F3826}" dt="2024-12-11T06:44:10.587" v="294"/>
          <ac:spMkLst>
            <pc:docMk/>
            <pc:sldMk cId="1025277569" sldId="923"/>
            <ac:spMk id="6" creationId="{8BF748F9-C839-185D-4C2A-C22981F70547}"/>
          </ac:spMkLst>
        </pc:spChg>
        <pc:spChg chg="add mod">
          <ac:chgData name="Fauser, Jan" userId="S::jan.fauser@reutlingen-university.de::98abba51-ab11-47ff-94bd-d183bfe2fe16" providerId="AD" clId="Web-{97BFD0F6-E433-8482-194C-6088E75F3826}" dt="2024-12-11T06:51:16.692" v="338" actId="20577"/>
          <ac:spMkLst>
            <pc:docMk/>
            <pc:sldMk cId="1025277569" sldId="923"/>
            <ac:spMk id="7" creationId="{83305C53-730D-A716-C34F-399CED68706C}"/>
          </ac:spMkLst>
        </pc:spChg>
        <pc:spChg chg="add mod">
          <ac:chgData name="Fauser, Jan" userId="S::jan.fauser@reutlingen-university.de::98abba51-ab11-47ff-94bd-d183bfe2fe16" providerId="AD" clId="Web-{97BFD0F6-E433-8482-194C-6088E75F3826}" dt="2024-12-11T06:52:01.725" v="347" actId="14100"/>
          <ac:spMkLst>
            <pc:docMk/>
            <pc:sldMk cId="1025277569" sldId="923"/>
            <ac:spMk id="8" creationId="{CE8B01ED-BE95-FF0A-2277-1B6C40FB3CCD}"/>
          </ac:spMkLst>
        </pc:spChg>
        <pc:spChg chg="add">
          <ac:chgData name="Fauser, Jan" userId="S::jan.fauser@reutlingen-university.de::98abba51-ab11-47ff-94bd-d183bfe2fe16" providerId="AD" clId="Web-{97BFD0F6-E433-8482-194C-6088E75F3826}" dt="2024-12-11T06:51:55.615" v="345"/>
          <ac:spMkLst>
            <pc:docMk/>
            <pc:sldMk cId="1025277569" sldId="923"/>
            <ac:spMk id="9" creationId="{50544118-17AE-DF60-D065-A6180F7CD5F6}"/>
          </ac:spMkLst>
        </pc:spChg>
        <pc:picChg chg="add mod">
          <ac:chgData name="Fauser, Jan" userId="S::jan.fauser@reutlingen-university.de::98abba51-ab11-47ff-94bd-d183bfe2fe16" providerId="AD" clId="Web-{97BFD0F6-E433-8482-194C-6088E75F3826}" dt="2024-12-11T06:51:41.521" v="343" actId="1076"/>
          <ac:picMkLst>
            <pc:docMk/>
            <pc:sldMk cId="1025277569" sldId="923"/>
            <ac:picMk id="4" creationId="{A6F1F0CA-29E1-0779-9701-380ACC3273AF}"/>
          </ac:picMkLst>
        </pc:picChg>
        <pc:picChg chg="add mod">
          <ac:chgData name="Fauser, Jan" userId="S::jan.fauser@reutlingen-university.de::98abba51-ab11-47ff-94bd-d183bfe2fe16" providerId="AD" clId="Web-{97BFD0F6-E433-8482-194C-6088E75F3826}" dt="2024-12-11T06:41:39.676" v="275" actId="14100"/>
          <ac:picMkLst>
            <pc:docMk/>
            <pc:sldMk cId="1025277569" sldId="923"/>
            <ac:picMk id="5" creationId="{27A19BEB-538A-DD08-9B61-52207C0D56EA}"/>
          </ac:picMkLst>
        </pc:picChg>
      </pc:sldChg>
      <pc:sldChg chg="addSp delSp modSp new">
        <pc:chgData name="Fauser, Jan" userId="S::jan.fauser@reutlingen-university.de::98abba51-ab11-47ff-94bd-d183bfe2fe16" providerId="AD" clId="Web-{97BFD0F6-E433-8482-194C-6088E75F3826}" dt="2024-12-11T07:07:02.062" v="510" actId="14100"/>
        <pc:sldMkLst>
          <pc:docMk/>
          <pc:sldMk cId="1109203735" sldId="924"/>
        </pc:sldMkLst>
        <pc:spChg chg="mod">
          <ac:chgData name="Fauser, Jan" userId="S::jan.fauser@reutlingen-university.de::98abba51-ab11-47ff-94bd-d183bfe2fe16" providerId="AD" clId="Web-{97BFD0F6-E433-8482-194C-6088E75F3826}" dt="2024-12-11T07:00:16.129" v="370" actId="20577"/>
          <ac:spMkLst>
            <pc:docMk/>
            <pc:sldMk cId="1109203735" sldId="924"/>
            <ac:spMk id="2" creationId="{AEAB1379-D5DD-9DF0-5479-F467D7103131}"/>
          </ac:spMkLst>
        </pc:spChg>
        <pc:spChg chg="mod">
          <ac:chgData name="Fauser, Jan" userId="S::jan.fauser@reutlingen-university.de::98abba51-ab11-47ff-94bd-d183bfe2fe16" providerId="AD" clId="Web-{97BFD0F6-E433-8482-194C-6088E75F3826}" dt="2024-12-11T07:05:52.920" v="487" actId="20577"/>
          <ac:spMkLst>
            <pc:docMk/>
            <pc:sldMk cId="1109203735" sldId="924"/>
            <ac:spMk id="3" creationId="{6BE52437-11B8-4501-F22C-A7CC37338690}"/>
          </ac:spMkLst>
        </pc:spChg>
        <pc:spChg chg="add del mod">
          <ac:chgData name="Fauser, Jan" userId="S::jan.fauser@reutlingen-university.de::98abba51-ab11-47ff-94bd-d183bfe2fe16" providerId="AD" clId="Web-{97BFD0F6-E433-8482-194C-6088E75F3826}" dt="2024-12-11T07:00:30.755" v="374"/>
          <ac:spMkLst>
            <pc:docMk/>
            <pc:sldMk cId="1109203735" sldId="924"/>
            <ac:spMk id="5" creationId="{AB6EA1A9-F8A1-1E57-14B0-0A458D11BD12}"/>
          </ac:spMkLst>
        </pc:spChg>
        <pc:spChg chg="add del mod">
          <ac:chgData name="Fauser, Jan" userId="S::jan.fauser@reutlingen-university.de::98abba51-ab11-47ff-94bd-d183bfe2fe16" providerId="AD" clId="Web-{97BFD0F6-E433-8482-194C-6088E75F3826}" dt="2024-12-11T07:00:38.786" v="380"/>
          <ac:spMkLst>
            <pc:docMk/>
            <pc:sldMk cId="1109203735" sldId="924"/>
            <ac:spMk id="6" creationId="{45C1B866-8F10-CAEC-F5C0-4DE265FBC825}"/>
          </ac:spMkLst>
        </pc:spChg>
        <pc:spChg chg="add mod">
          <ac:chgData name="Fauser, Jan" userId="S::jan.fauser@reutlingen-university.de::98abba51-ab11-47ff-94bd-d183bfe2fe16" providerId="AD" clId="Web-{97BFD0F6-E433-8482-194C-6088E75F3826}" dt="2024-12-11T07:06:14.764" v="492" actId="20577"/>
          <ac:spMkLst>
            <pc:docMk/>
            <pc:sldMk cId="1109203735" sldId="924"/>
            <ac:spMk id="9" creationId="{44057341-3AEF-ADC8-72AD-4AA09D5A69DB}"/>
          </ac:spMkLst>
        </pc:spChg>
        <pc:spChg chg="add mod">
          <ac:chgData name="Fauser, Jan" userId="S::jan.fauser@reutlingen-university.de::98abba51-ab11-47ff-94bd-d183bfe2fe16" providerId="AD" clId="Web-{97BFD0F6-E433-8482-194C-6088E75F3826}" dt="2024-12-11T07:07:02.062" v="510" actId="14100"/>
          <ac:spMkLst>
            <pc:docMk/>
            <pc:sldMk cId="1109203735" sldId="924"/>
            <ac:spMk id="11" creationId="{A682664C-D4DE-D6D6-D810-671849FB1408}"/>
          </ac:spMkLst>
        </pc:spChg>
        <pc:picChg chg="add mod">
          <ac:chgData name="Fauser, Jan" userId="S::jan.fauser@reutlingen-university.de::98abba51-ab11-47ff-94bd-d183bfe2fe16" providerId="AD" clId="Web-{97BFD0F6-E433-8482-194C-6088E75F3826}" dt="2024-12-11T06:51:29.677" v="341" actId="1076"/>
          <ac:picMkLst>
            <pc:docMk/>
            <pc:sldMk cId="1109203735" sldId="924"/>
            <ac:picMk id="4" creationId="{8926B1D7-DF80-6CF1-95BC-4337800DE56A}"/>
          </ac:picMkLst>
        </pc:picChg>
        <pc:picChg chg="add mod">
          <ac:chgData name="Fauser, Jan" userId="S::jan.fauser@reutlingen-university.de::98abba51-ab11-47ff-94bd-d183bfe2fe16" providerId="AD" clId="Web-{97BFD0F6-E433-8482-194C-6088E75F3826}" dt="2024-12-11T07:04:32.152" v="479" actId="1076"/>
          <ac:picMkLst>
            <pc:docMk/>
            <pc:sldMk cId="1109203735" sldId="924"/>
            <ac:picMk id="7" creationId="{CCEA39D4-6153-A44D-A24E-2D957F4DFAE4}"/>
          </ac:picMkLst>
        </pc:picChg>
        <pc:picChg chg="add mod">
          <ac:chgData name="Fauser, Jan" userId="S::jan.fauser@reutlingen-university.de::98abba51-ab11-47ff-94bd-d183bfe2fe16" providerId="AD" clId="Web-{97BFD0F6-E433-8482-194C-6088E75F3826}" dt="2024-12-11T07:05:15.153" v="482" actId="1076"/>
          <ac:picMkLst>
            <pc:docMk/>
            <pc:sldMk cId="1109203735" sldId="924"/>
            <ac:picMk id="10" creationId="{A5AA66A9-3A2F-7FC2-292C-C7BF3E78AD8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13586-3CB8-41C3-B4CD-5F29539994DF}" type="datetimeFigureOut">
              <a:rPr lang="en-GB" smtClean="0"/>
              <a:t>25/02/2025</a:t>
            </a:fld>
            <a:endParaRPr lang="en-GB"/>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GB"/>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56C0F-3A8C-4802-8B0F-37241EEA11F0}" type="slidenum">
              <a:rPr lang="en-GB" smtClean="0"/>
              <a:t>‹Nr.›</a:t>
            </a:fld>
            <a:endParaRPr lang="en-GB"/>
          </a:p>
        </p:txBody>
      </p:sp>
    </p:spTree>
    <p:extLst>
      <p:ext uri="{BB962C8B-B14F-4D97-AF65-F5344CB8AC3E}">
        <p14:creationId xmlns:p14="http://schemas.microsoft.com/office/powerpoint/2010/main" val="128537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ímdia">
    <p:spTree>
      <p:nvGrpSpPr>
        <p:cNvPr id="1" name=""/>
        <p:cNvGrpSpPr/>
        <p:nvPr/>
      </p:nvGrpSpPr>
      <p:grpSpPr>
        <a:xfrm>
          <a:off x="0" y="0"/>
          <a:ext cx="0" cy="0"/>
          <a:chOff x="0" y="0"/>
          <a:chExt cx="0" cy="0"/>
        </a:xfrm>
      </p:grpSpPr>
      <p:pic>
        <p:nvPicPr>
          <p:cNvPr id="10" name="Kép 9">
            <a:extLst>
              <a:ext uri="{FF2B5EF4-FFF2-40B4-BE49-F238E27FC236}">
                <a16:creationId xmlns:a16="http://schemas.microsoft.com/office/drawing/2014/main" id="{A968B51B-CCE1-7A92-B6D1-C2325BCAAFB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7" t="169" r="62843" b="-137"/>
          <a:stretch/>
        </p:blipFill>
        <p:spPr>
          <a:xfrm>
            <a:off x="0" y="0"/>
            <a:ext cx="3811558" cy="10296000"/>
          </a:xfrm>
          <a:prstGeom prst="rect">
            <a:avLst/>
          </a:prstGeom>
        </p:spPr>
      </p:pic>
      <p:sp>
        <p:nvSpPr>
          <p:cNvPr id="8" name="Szövegdoboz 7">
            <a:extLst>
              <a:ext uri="{FF2B5EF4-FFF2-40B4-BE49-F238E27FC236}">
                <a16:creationId xmlns:a16="http://schemas.microsoft.com/office/drawing/2014/main" id="{49A93343-50B0-2088-E2B0-A9630AD2C34C}"/>
              </a:ext>
            </a:extLst>
          </p:cNvPr>
          <p:cNvSpPr txBox="1"/>
          <p:nvPr userDrawn="1"/>
        </p:nvSpPr>
        <p:spPr>
          <a:xfrm>
            <a:off x="4826782" y="4877612"/>
            <a:ext cx="9359900" cy="553998"/>
          </a:xfrm>
          <a:prstGeom prst="rect">
            <a:avLst/>
          </a:prstGeom>
          <a:noFill/>
        </p:spPr>
        <p:txBody>
          <a:bodyPr wrap="square" rtlCol="0">
            <a:spAutoFit/>
          </a:bodyPr>
          <a:lstStyle/>
          <a:p>
            <a:endParaRPr lang="en-GB" sz="3000" b="1">
              <a:solidFill>
                <a:srgbClr val="00339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tle 1">
            <a:extLst>
              <a:ext uri="{FF2B5EF4-FFF2-40B4-BE49-F238E27FC236}">
                <a16:creationId xmlns:a16="http://schemas.microsoft.com/office/drawing/2014/main" id="{F1FAE2DB-FCE6-BE91-B8CD-4505BA95F6C7}"/>
              </a:ext>
            </a:extLst>
          </p:cNvPr>
          <p:cNvSpPr>
            <a:spLocks noGrp="1"/>
          </p:cNvSpPr>
          <p:nvPr>
            <p:ph type="title" hasCustomPrompt="1"/>
          </p:nvPr>
        </p:nvSpPr>
        <p:spPr>
          <a:xfrm>
            <a:off x="4686300" y="3977501"/>
            <a:ext cx="12725400" cy="1177110"/>
          </a:xfrm>
          <a:prstGeom prst="rect">
            <a:avLst/>
          </a:prstGeom>
        </p:spPr>
        <p:txBody>
          <a:bodyPr/>
          <a:lstStyle>
            <a:lvl1pPr>
              <a:defRPr sz="9000" b="1">
                <a:solidFill>
                  <a:srgbClr val="003399"/>
                </a:solidFill>
              </a:defRPr>
            </a:lvl1pPr>
          </a:lstStyle>
          <a:p>
            <a:r>
              <a:rPr lang="hu-HU" err="1"/>
              <a:t>Annual</a:t>
            </a:r>
            <a:r>
              <a:rPr lang="hu-HU"/>
              <a:t> </a:t>
            </a:r>
            <a:r>
              <a:rPr lang="hu-HU" err="1"/>
              <a:t>Event</a:t>
            </a:r>
            <a:endParaRPr lang="en-US"/>
          </a:p>
        </p:txBody>
      </p:sp>
      <p:sp>
        <p:nvSpPr>
          <p:cNvPr id="16" name="Szöveg helye 15">
            <a:extLst>
              <a:ext uri="{FF2B5EF4-FFF2-40B4-BE49-F238E27FC236}">
                <a16:creationId xmlns:a16="http://schemas.microsoft.com/office/drawing/2014/main" id="{150CE71C-2719-5FF6-4579-C85A5B61D137}"/>
              </a:ext>
            </a:extLst>
          </p:cNvPr>
          <p:cNvSpPr>
            <a:spLocks noGrp="1"/>
          </p:cNvSpPr>
          <p:nvPr>
            <p:ph type="body" sz="quarter" idx="13" hasCustomPrompt="1"/>
          </p:nvPr>
        </p:nvSpPr>
        <p:spPr>
          <a:xfrm>
            <a:off x="4686300" y="5195268"/>
            <a:ext cx="12725400" cy="1071562"/>
          </a:xfrm>
        </p:spPr>
        <p:txBody>
          <a:bodyPr>
            <a:normAutofit/>
          </a:bodyPr>
          <a:lstStyle>
            <a:lvl1pPr marL="0" indent="0">
              <a:buNone/>
              <a:defRPr sz="3200">
                <a:solidFill>
                  <a:srgbClr val="003399"/>
                </a:solidFill>
              </a:defRPr>
            </a:lvl1pPr>
          </a:lstStyle>
          <a:p>
            <a:pPr lvl="0"/>
            <a:r>
              <a:rPr lang="hu-HU" err="1"/>
              <a:t>Cybersecurity</a:t>
            </a:r>
            <a:r>
              <a:rPr lang="hu-HU"/>
              <a:t> </a:t>
            </a:r>
            <a:r>
              <a:rPr lang="hu-HU" err="1"/>
              <a:t>Protocol</a:t>
            </a:r>
            <a:r>
              <a:rPr lang="hu-HU"/>
              <a:t> </a:t>
            </a:r>
            <a:r>
              <a:rPr lang="hu-HU" err="1"/>
              <a:t>Setup</a:t>
            </a:r>
            <a:endParaRPr lang="hu-HU"/>
          </a:p>
        </p:txBody>
      </p:sp>
      <p:sp>
        <p:nvSpPr>
          <p:cNvPr id="18" name="Szöveg helye 17">
            <a:extLst>
              <a:ext uri="{FF2B5EF4-FFF2-40B4-BE49-F238E27FC236}">
                <a16:creationId xmlns:a16="http://schemas.microsoft.com/office/drawing/2014/main" id="{E943AD78-555E-88F0-4EA9-39879C507067}"/>
              </a:ext>
            </a:extLst>
          </p:cNvPr>
          <p:cNvSpPr>
            <a:spLocks noGrp="1"/>
          </p:cNvSpPr>
          <p:nvPr>
            <p:ph type="body" sz="quarter" idx="14" hasCustomPrompt="1"/>
          </p:nvPr>
        </p:nvSpPr>
        <p:spPr>
          <a:xfrm>
            <a:off x="4686300" y="9111320"/>
            <a:ext cx="3911600" cy="546100"/>
          </a:xfrm>
        </p:spPr>
        <p:txBody>
          <a:bodyPr>
            <a:normAutofit/>
          </a:bodyPr>
          <a:lstStyle>
            <a:lvl1pPr marL="0" indent="0">
              <a:buNone/>
              <a:defRPr sz="2000">
                <a:solidFill>
                  <a:srgbClr val="003399"/>
                </a:solidFill>
              </a:defRPr>
            </a:lvl1pPr>
          </a:lstStyle>
          <a:p>
            <a:pPr lvl="0"/>
            <a:r>
              <a:rPr lang="hu-HU"/>
              <a:t>Budapest – 1 </a:t>
            </a:r>
            <a:r>
              <a:rPr lang="hu-HU" err="1"/>
              <a:t>March</a:t>
            </a:r>
            <a:r>
              <a:rPr lang="hu-HU"/>
              <a:t> 2024</a:t>
            </a:r>
          </a:p>
        </p:txBody>
      </p:sp>
      <p:sp>
        <p:nvSpPr>
          <p:cNvPr id="19" name="Szöveg helye 17">
            <a:extLst>
              <a:ext uri="{FF2B5EF4-FFF2-40B4-BE49-F238E27FC236}">
                <a16:creationId xmlns:a16="http://schemas.microsoft.com/office/drawing/2014/main" id="{B2B8E5F6-625C-F2C7-4D50-BEBC5F66F5FA}"/>
              </a:ext>
            </a:extLst>
          </p:cNvPr>
          <p:cNvSpPr>
            <a:spLocks noGrp="1"/>
          </p:cNvSpPr>
          <p:nvPr>
            <p:ph type="body" sz="quarter" idx="15" hasCustomPrompt="1"/>
          </p:nvPr>
        </p:nvSpPr>
        <p:spPr>
          <a:xfrm>
            <a:off x="4686300" y="8737135"/>
            <a:ext cx="3911600" cy="393700"/>
          </a:xfrm>
        </p:spPr>
        <p:txBody>
          <a:bodyPr>
            <a:normAutofit/>
          </a:bodyPr>
          <a:lstStyle>
            <a:lvl1pPr marL="0" indent="0">
              <a:buNone/>
              <a:defRPr sz="2000" b="1">
                <a:solidFill>
                  <a:srgbClr val="003399"/>
                </a:solidFill>
              </a:defRPr>
            </a:lvl1pPr>
          </a:lstStyle>
          <a:p>
            <a:pPr lvl="0"/>
            <a:r>
              <a:rPr lang="hu-HU"/>
              <a:t>Meeting</a:t>
            </a:r>
          </a:p>
        </p:txBody>
      </p:sp>
      <p:sp>
        <p:nvSpPr>
          <p:cNvPr id="20" name="Szöveg helye 17">
            <a:extLst>
              <a:ext uri="{FF2B5EF4-FFF2-40B4-BE49-F238E27FC236}">
                <a16:creationId xmlns:a16="http://schemas.microsoft.com/office/drawing/2014/main" id="{656464FE-CCBD-9B9D-7961-967F248F4D7F}"/>
              </a:ext>
            </a:extLst>
          </p:cNvPr>
          <p:cNvSpPr>
            <a:spLocks noGrp="1"/>
          </p:cNvSpPr>
          <p:nvPr>
            <p:ph type="body" sz="quarter" idx="16" hasCustomPrompt="1"/>
          </p:nvPr>
        </p:nvSpPr>
        <p:spPr>
          <a:xfrm>
            <a:off x="8597900" y="9111320"/>
            <a:ext cx="3911600" cy="546100"/>
          </a:xfrm>
        </p:spPr>
        <p:txBody>
          <a:bodyPr>
            <a:normAutofit/>
          </a:bodyPr>
          <a:lstStyle>
            <a:lvl1pPr marL="0" indent="0">
              <a:buNone/>
              <a:defRPr sz="2000">
                <a:solidFill>
                  <a:srgbClr val="003399"/>
                </a:solidFill>
              </a:defRPr>
            </a:lvl1pPr>
          </a:lstStyle>
          <a:p>
            <a:pPr lvl="0"/>
            <a:r>
              <a:rPr lang="hu-HU" err="1"/>
              <a:t>First</a:t>
            </a:r>
            <a:r>
              <a:rPr lang="hu-HU"/>
              <a:t> Last</a:t>
            </a:r>
          </a:p>
        </p:txBody>
      </p:sp>
      <p:sp>
        <p:nvSpPr>
          <p:cNvPr id="21" name="Szöveg helye 17">
            <a:extLst>
              <a:ext uri="{FF2B5EF4-FFF2-40B4-BE49-F238E27FC236}">
                <a16:creationId xmlns:a16="http://schemas.microsoft.com/office/drawing/2014/main" id="{255B0629-7AF5-336B-80D1-9EEE45AED3E9}"/>
              </a:ext>
            </a:extLst>
          </p:cNvPr>
          <p:cNvSpPr>
            <a:spLocks noGrp="1"/>
          </p:cNvSpPr>
          <p:nvPr>
            <p:ph type="body" sz="quarter" idx="17" hasCustomPrompt="1"/>
          </p:nvPr>
        </p:nvSpPr>
        <p:spPr>
          <a:xfrm>
            <a:off x="8597900" y="8737135"/>
            <a:ext cx="3911600" cy="393700"/>
          </a:xfrm>
        </p:spPr>
        <p:txBody>
          <a:bodyPr>
            <a:normAutofit/>
          </a:bodyPr>
          <a:lstStyle>
            <a:lvl1pPr marL="0" indent="0">
              <a:buNone/>
              <a:defRPr sz="2000" b="1">
                <a:solidFill>
                  <a:srgbClr val="003399"/>
                </a:solidFill>
              </a:defRPr>
            </a:lvl1pPr>
          </a:lstStyle>
          <a:p>
            <a:pPr lvl="0"/>
            <a:r>
              <a:rPr lang="hu-HU" err="1"/>
              <a:t>Presenter</a:t>
            </a:r>
            <a:endParaRPr lang="hu-HU"/>
          </a:p>
        </p:txBody>
      </p:sp>
      <p:pic>
        <p:nvPicPr>
          <p:cNvPr id="11" name="Grafik 10">
            <a:extLst>
              <a:ext uri="{FF2B5EF4-FFF2-40B4-BE49-F238E27FC236}">
                <a16:creationId xmlns:a16="http://schemas.microsoft.com/office/drawing/2014/main" id="{F3F1C618-F0CD-40C2-B5CB-FFC57C695C6D}"/>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4692905" y="648690"/>
            <a:ext cx="5498017" cy="1764000"/>
          </a:xfrm>
          <a:prstGeom prst="rect">
            <a:avLst/>
          </a:prstGeom>
        </p:spPr>
      </p:pic>
    </p:spTree>
    <p:extLst>
      <p:ext uri="{BB962C8B-B14F-4D97-AF65-F5344CB8AC3E}">
        <p14:creationId xmlns:p14="http://schemas.microsoft.com/office/powerpoint/2010/main" val="4133577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ím és tartal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4600" y="662073"/>
            <a:ext cx="5880100" cy="3376527"/>
          </a:xfrm>
          <a:prstGeom prst="rect">
            <a:avLst/>
          </a:prstGeom>
        </p:spPr>
        <p:txBody>
          <a:bodyPr/>
          <a:lstStyle>
            <a:lvl1pPr>
              <a:defRPr sz="5000" b="1">
                <a:solidFill>
                  <a:srgbClr val="003399"/>
                </a:solidFill>
              </a:defRPr>
            </a:lvl1pPr>
          </a:lstStyle>
          <a:p>
            <a:r>
              <a:rPr lang="hu-HU" err="1"/>
              <a:t>Presentation</a:t>
            </a:r>
            <a:br>
              <a:rPr lang="hu-HU"/>
            </a:br>
            <a:r>
              <a:rPr lang="hu-HU" err="1"/>
              <a:t>Content</a:t>
            </a:r>
            <a:endParaRPr lang="en-US"/>
          </a:p>
        </p:txBody>
      </p:sp>
      <p:sp>
        <p:nvSpPr>
          <p:cNvPr id="3" name="Content Placeholder 2"/>
          <p:cNvSpPr>
            <a:spLocks noGrp="1"/>
          </p:cNvSpPr>
          <p:nvPr>
            <p:ph idx="1" hasCustomPrompt="1"/>
          </p:nvPr>
        </p:nvSpPr>
        <p:spPr>
          <a:xfrm>
            <a:off x="8394700" y="662073"/>
            <a:ext cx="9194800" cy="8964441"/>
          </a:xfrm>
        </p:spPr>
        <p:txBody>
          <a:bodyPr/>
          <a:lstStyle>
            <a:lvl1pPr marL="742950" indent="-742950">
              <a:buFont typeface="+mj-lt"/>
              <a:buAutoNum type="arabicPeriod"/>
              <a:defRPr b="1">
                <a:solidFill>
                  <a:srgbClr val="003399"/>
                </a:solidFill>
              </a:defRPr>
            </a:lvl1pPr>
            <a:lvl2pPr marL="685800" indent="0">
              <a:buNone/>
              <a:defRPr sz="2000">
                <a:solidFill>
                  <a:srgbClr val="003399"/>
                </a:solidFill>
              </a:defRPr>
            </a:lvl2pPr>
            <a:lvl3pPr marL="1371600" indent="0">
              <a:buNone/>
              <a:defRPr/>
            </a:lvl3pPr>
            <a:lvl4pPr marL="2057400" indent="0">
              <a:buNone/>
              <a:defRPr/>
            </a:lvl4pPr>
            <a:lvl5pPr marL="2743200" indent="0">
              <a:buNone/>
              <a:defRPr/>
            </a:lvl5pPr>
          </a:lstStyle>
          <a:p>
            <a:pPr lvl="0"/>
            <a:r>
              <a:rPr lang="hu-HU" err="1"/>
              <a:t>Introduction</a:t>
            </a:r>
            <a:endParaRPr lang="hu-HU"/>
          </a:p>
          <a:p>
            <a:pPr lvl="1"/>
            <a:r>
              <a:rPr lang="hu-HU" err="1"/>
              <a:t>Setting</a:t>
            </a:r>
            <a:r>
              <a:rPr lang="hu-HU"/>
              <a:t> </a:t>
            </a:r>
            <a:r>
              <a:rPr lang="hu-HU" err="1"/>
              <a:t>the</a:t>
            </a:r>
            <a:r>
              <a:rPr lang="hu-HU"/>
              <a:t> </a:t>
            </a:r>
            <a:r>
              <a:rPr lang="hu-HU" err="1"/>
              <a:t>Stage</a:t>
            </a:r>
            <a:r>
              <a:rPr lang="hu-HU"/>
              <a:t> </a:t>
            </a:r>
            <a:r>
              <a:rPr lang="hu-HU" err="1"/>
              <a:t>for</a:t>
            </a:r>
            <a:r>
              <a:rPr lang="hu-HU"/>
              <a:t> </a:t>
            </a:r>
            <a:r>
              <a:rPr lang="hu-HU" err="1"/>
              <a:t>Understanding</a:t>
            </a:r>
            <a:r>
              <a:rPr lang="hu-HU"/>
              <a:t> </a:t>
            </a:r>
            <a:r>
              <a:rPr lang="hu-HU" err="1"/>
              <a:t>the</a:t>
            </a:r>
            <a:r>
              <a:rPr lang="hu-HU"/>
              <a:t> </a:t>
            </a:r>
            <a:r>
              <a:rPr lang="hu-HU" err="1"/>
              <a:t>Topic</a:t>
            </a:r>
            <a:r>
              <a:rPr lang="hu-HU"/>
              <a:t>.</a:t>
            </a:r>
          </a:p>
        </p:txBody>
      </p:sp>
      <p:pic>
        <p:nvPicPr>
          <p:cNvPr id="8" name="Kép 7">
            <a:extLst>
              <a:ext uri="{FF2B5EF4-FFF2-40B4-BE49-F238E27FC236}">
                <a16:creationId xmlns:a16="http://schemas.microsoft.com/office/drawing/2014/main" id="{55A24A42-DC3E-CB52-FCED-09603670CA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37"/>
          <a:stretch/>
        </p:blipFill>
        <p:spPr>
          <a:xfrm>
            <a:off x="0" y="1"/>
            <a:ext cx="1866900" cy="10296000"/>
          </a:xfrm>
          <a:prstGeom prst="rect">
            <a:avLst/>
          </a:prstGeom>
        </p:spPr>
      </p:pic>
      <p:pic>
        <p:nvPicPr>
          <p:cNvPr id="6" name="Grafik 5">
            <a:extLst>
              <a:ext uri="{FF2B5EF4-FFF2-40B4-BE49-F238E27FC236}">
                <a16:creationId xmlns:a16="http://schemas.microsoft.com/office/drawing/2014/main" id="{D28BED49-53A5-49CD-8292-68FB61897493}"/>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2514600" y="8789797"/>
            <a:ext cx="3060000" cy="981774"/>
          </a:xfrm>
          <a:prstGeom prst="rect">
            <a:avLst/>
          </a:prstGeom>
        </p:spPr>
      </p:pic>
    </p:spTree>
    <p:extLst>
      <p:ext uri="{BB962C8B-B14F-4D97-AF65-F5344CB8AC3E}">
        <p14:creationId xmlns:p14="http://schemas.microsoft.com/office/powerpoint/2010/main" val="2861669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ímdia">
    <p:spTree>
      <p:nvGrpSpPr>
        <p:cNvPr id="1" name=""/>
        <p:cNvGrpSpPr/>
        <p:nvPr/>
      </p:nvGrpSpPr>
      <p:grpSpPr>
        <a:xfrm>
          <a:off x="0" y="0"/>
          <a:ext cx="0" cy="0"/>
          <a:chOff x="0" y="0"/>
          <a:chExt cx="0" cy="0"/>
        </a:xfrm>
      </p:grpSpPr>
      <p:pic>
        <p:nvPicPr>
          <p:cNvPr id="10" name="Kép 9">
            <a:extLst>
              <a:ext uri="{FF2B5EF4-FFF2-40B4-BE49-F238E27FC236}">
                <a16:creationId xmlns:a16="http://schemas.microsoft.com/office/drawing/2014/main" id="{A968B51B-CCE1-7A92-B6D1-C2325BCAAFB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7" t="169" r="62843" b="-137"/>
          <a:stretch/>
        </p:blipFill>
        <p:spPr>
          <a:xfrm>
            <a:off x="0" y="0"/>
            <a:ext cx="3811558" cy="10296000"/>
          </a:xfrm>
          <a:prstGeom prst="rect">
            <a:avLst/>
          </a:prstGeom>
        </p:spPr>
      </p:pic>
      <p:sp>
        <p:nvSpPr>
          <p:cNvPr id="8" name="Szövegdoboz 7">
            <a:extLst>
              <a:ext uri="{FF2B5EF4-FFF2-40B4-BE49-F238E27FC236}">
                <a16:creationId xmlns:a16="http://schemas.microsoft.com/office/drawing/2014/main" id="{49A93343-50B0-2088-E2B0-A9630AD2C34C}"/>
              </a:ext>
            </a:extLst>
          </p:cNvPr>
          <p:cNvSpPr txBox="1"/>
          <p:nvPr userDrawn="1"/>
        </p:nvSpPr>
        <p:spPr>
          <a:xfrm>
            <a:off x="4826782" y="4877612"/>
            <a:ext cx="9359900" cy="553998"/>
          </a:xfrm>
          <a:prstGeom prst="rect">
            <a:avLst/>
          </a:prstGeom>
          <a:noFill/>
        </p:spPr>
        <p:txBody>
          <a:bodyPr wrap="square" rtlCol="0">
            <a:spAutoFit/>
          </a:bodyPr>
          <a:lstStyle/>
          <a:p>
            <a:endParaRPr lang="en-GB" sz="3000" b="1">
              <a:solidFill>
                <a:srgbClr val="003399"/>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tle 1">
            <a:extLst>
              <a:ext uri="{FF2B5EF4-FFF2-40B4-BE49-F238E27FC236}">
                <a16:creationId xmlns:a16="http://schemas.microsoft.com/office/drawing/2014/main" id="{F1FAE2DB-FCE6-BE91-B8CD-4505BA95F6C7}"/>
              </a:ext>
            </a:extLst>
          </p:cNvPr>
          <p:cNvSpPr>
            <a:spLocks noGrp="1"/>
          </p:cNvSpPr>
          <p:nvPr>
            <p:ph type="title" hasCustomPrompt="1"/>
          </p:nvPr>
        </p:nvSpPr>
        <p:spPr>
          <a:xfrm>
            <a:off x="4686300" y="2740011"/>
            <a:ext cx="12725400" cy="2404283"/>
          </a:xfrm>
          <a:prstGeom prst="rect">
            <a:avLst/>
          </a:prstGeom>
        </p:spPr>
        <p:txBody>
          <a:bodyPr/>
          <a:lstStyle>
            <a:lvl1pPr>
              <a:defRPr sz="9000" b="1">
                <a:solidFill>
                  <a:srgbClr val="003399"/>
                </a:solidFill>
              </a:defRPr>
            </a:lvl1pPr>
          </a:lstStyle>
          <a:p>
            <a:r>
              <a:rPr lang="hu-HU" err="1"/>
              <a:t>Problem</a:t>
            </a:r>
            <a:r>
              <a:rPr lang="hu-HU"/>
              <a:t> </a:t>
            </a:r>
            <a:br>
              <a:rPr lang="hu-HU"/>
            </a:br>
            <a:r>
              <a:rPr lang="hu-HU" err="1"/>
              <a:t>Statement</a:t>
            </a:r>
            <a:endParaRPr lang="en-US"/>
          </a:p>
        </p:txBody>
      </p:sp>
      <p:sp>
        <p:nvSpPr>
          <p:cNvPr id="16" name="Szöveg helye 15">
            <a:extLst>
              <a:ext uri="{FF2B5EF4-FFF2-40B4-BE49-F238E27FC236}">
                <a16:creationId xmlns:a16="http://schemas.microsoft.com/office/drawing/2014/main" id="{150CE71C-2719-5FF6-4579-C85A5B61D137}"/>
              </a:ext>
            </a:extLst>
          </p:cNvPr>
          <p:cNvSpPr>
            <a:spLocks noGrp="1"/>
          </p:cNvSpPr>
          <p:nvPr>
            <p:ph type="body" sz="quarter" idx="13" hasCustomPrompt="1"/>
          </p:nvPr>
        </p:nvSpPr>
        <p:spPr>
          <a:xfrm>
            <a:off x="4686300" y="5193776"/>
            <a:ext cx="12725400" cy="1071562"/>
          </a:xfrm>
        </p:spPr>
        <p:txBody>
          <a:bodyPr>
            <a:normAutofit/>
          </a:bodyPr>
          <a:lstStyle>
            <a:lvl1pPr marL="0" indent="0">
              <a:buNone/>
              <a:defRPr sz="3200">
                <a:solidFill>
                  <a:srgbClr val="003399"/>
                </a:solidFill>
              </a:defRPr>
            </a:lvl1pPr>
          </a:lstStyle>
          <a:p>
            <a:pPr lvl="0"/>
            <a:r>
              <a:rPr lang="hu-HU" err="1"/>
              <a:t>Identifying</a:t>
            </a:r>
            <a:r>
              <a:rPr lang="hu-HU"/>
              <a:t> </a:t>
            </a:r>
            <a:r>
              <a:rPr lang="hu-HU" err="1"/>
              <a:t>the</a:t>
            </a:r>
            <a:r>
              <a:rPr lang="hu-HU"/>
              <a:t> </a:t>
            </a:r>
            <a:r>
              <a:rPr lang="hu-HU" err="1"/>
              <a:t>Challenge</a:t>
            </a:r>
            <a:r>
              <a:rPr lang="hu-HU"/>
              <a:t> </a:t>
            </a:r>
            <a:r>
              <a:rPr lang="hu-HU" err="1"/>
              <a:t>Faced</a:t>
            </a:r>
            <a:r>
              <a:rPr lang="hu-HU"/>
              <a:t> </a:t>
            </a:r>
            <a:r>
              <a:rPr lang="hu-HU" err="1"/>
              <a:t>by</a:t>
            </a:r>
            <a:r>
              <a:rPr lang="hu-HU"/>
              <a:t> </a:t>
            </a:r>
            <a:r>
              <a:rPr lang="hu-HU" err="1"/>
              <a:t>the</a:t>
            </a:r>
            <a:r>
              <a:rPr lang="hu-HU"/>
              <a:t> Organization</a:t>
            </a:r>
          </a:p>
        </p:txBody>
      </p:sp>
      <p:sp>
        <p:nvSpPr>
          <p:cNvPr id="20" name="Szöveg helye 17">
            <a:extLst>
              <a:ext uri="{FF2B5EF4-FFF2-40B4-BE49-F238E27FC236}">
                <a16:creationId xmlns:a16="http://schemas.microsoft.com/office/drawing/2014/main" id="{656464FE-CCBD-9B9D-7961-967F248F4D7F}"/>
              </a:ext>
            </a:extLst>
          </p:cNvPr>
          <p:cNvSpPr>
            <a:spLocks noGrp="1"/>
          </p:cNvSpPr>
          <p:nvPr>
            <p:ph type="body" sz="quarter" idx="16" hasCustomPrompt="1"/>
          </p:nvPr>
        </p:nvSpPr>
        <p:spPr>
          <a:xfrm>
            <a:off x="4686300" y="693979"/>
            <a:ext cx="3911600" cy="546100"/>
          </a:xfrm>
        </p:spPr>
        <p:txBody>
          <a:bodyPr>
            <a:noAutofit/>
          </a:bodyPr>
          <a:lstStyle>
            <a:lvl1pPr marL="0" indent="0">
              <a:buNone/>
              <a:defRPr sz="4000" b="1">
                <a:solidFill>
                  <a:srgbClr val="003399"/>
                </a:solidFill>
              </a:defRPr>
            </a:lvl1pPr>
          </a:lstStyle>
          <a:p>
            <a:pPr lvl="0"/>
            <a:r>
              <a:rPr lang="hu-HU"/>
              <a:t>2/5</a:t>
            </a:r>
          </a:p>
        </p:txBody>
      </p:sp>
      <p:pic>
        <p:nvPicPr>
          <p:cNvPr id="7" name="Grafik 6">
            <a:extLst>
              <a:ext uri="{FF2B5EF4-FFF2-40B4-BE49-F238E27FC236}">
                <a16:creationId xmlns:a16="http://schemas.microsoft.com/office/drawing/2014/main" id="{29471B16-E3EC-40F2-A451-696BF54BD391}"/>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4686300" y="8804547"/>
            <a:ext cx="3060000" cy="981774"/>
          </a:xfrm>
          <a:prstGeom prst="rect">
            <a:avLst/>
          </a:prstGeom>
        </p:spPr>
      </p:pic>
    </p:spTree>
    <p:extLst>
      <p:ext uri="{BB962C8B-B14F-4D97-AF65-F5344CB8AC3E}">
        <p14:creationId xmlns:p14="http://schemas.microsoft.com/office/powerpoint/2010/main" val="132759070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Cím és tartal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4600" y="435062"/>
            <a:ext cx="15113000" cy="548161"/>
          </a:xfrm>
          <a:prstGeom prst="rect">
            <a:avLst/>
          </a:prstGeom>
        </p:spPr>
        <p:txBody>
          <a:bodyPr/>
          <a:lstStyle>
            <a:lvl1pPr>
              <a:defRPr sz="4000" b="1">
                <a:solidFill>
                  <a:srgbClr val="003399"/>
                </a:solidFill>
              </a:defRPr>
            </a:lvl1pPr>
          </a:lstStyle>
          <a:p>
            <a:r>
              <a:rPr lang="en-US"/>
              <a:t>Title</a:t>
            </a:r>
          </a:p>
        </p:txBody>
      </p:sp>
      <p:pic>
        <p:nvPicPr>
          <p:cNvPr id="8" name="Kép 7">
            <a:extLst>
              <a:ext uri="{FF2B5EF4-FFF2-40B4-BE49-F238E27FC236}">
                <a16:creationId xmlns:a16="http://schemas.microsoft.com/office/drawing/2014/main" id="{55A24A42-DC3E-CB52-FCED-09603670CA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37"/>
          <a:stretch/>
        </p:blipFill>
        <p:spPr>
          <a:xfrm>
            <a:off x="0" y="1"/>
            <a:ext cx="1866900" cy="10296000"/>
          </a:xfrm>
          <a:prstGeom prst="rect">
            <a:avLst/>
          </a:prstGeom>
        </p:spPr>
      </p:pic>
      <p:pic>
        <p:nvPicPr>
          <p:cNvPr id="4" name="Grafik 3">
            <a:extLst>
              <a:ext uri="{FF2B5EF4-FFF2-40B4-BE49-F238E27FC236}">
                <a16:creationId xmlns:a16="http://schemas.microsoft.com/office/drawing/2014/main" id="{AC68C7EF-97C6-47C5-88D0-7344F3461C47}"/>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2514600" y="8775049"/>
            <a:ext cx="3060000" cy="981774"/>
          </a:xfrm>
          <a:prstGeom prst="rect">
            <a:avLst/>
          </a:prstGeom>
        </p:spPr>
      </p:pic>
      <p:sp>
        <p:nvSpPr>
          <p:cNvPr id="9" name="Textplatzhalter 8">
            <a:extLst>
              <a:ext uri="{FF2B5EF4-FFF2-40B4-BE49-F238E27FC236}">
                <a16:creationId xmlns:a16="http://schemas.microsoft.com/office/drawing/2014/main" id="{2BF4467B-CE6D-8852-7817-8C109985BA35}"/>
              </a:ext>
            </a:extLst>
          </p:cNvPr>
          <p:cNvSpPr>
            <a:spLocks noGrp="1"/>
          </p:cNvSpPr>
          <p:nvPr>
            <p:ph type="body" sz="quarter" idx="10"/>
          </p:nvPr>
        </p:nvSpPr>
        <p:spPr>
          <a:xfrm>
            <a:off x="2514600" y="1287464"/>
            <a:ext cx="15113000" cy="846936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118624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ím és tartal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4600" y="662073"/>
            <a:ext cx="6121400" cy="2373227"/>
          </a:xfrm>
          <a:prstGeom prst="rect">
            <a:avLst/>
          </a:prstGeom>
        </p:spPr>
        <p:txBody>
          <a:bodyPr/>
          <a:lstStyle>
            <a:lvl1pPr>
              <a:defRPr sz="5000" b="1">
                <a:solidFill>
                  <a:srgbClr val="003399"/>
                </a:solidFill>
              </a:defRPr>
            </a:lvl1pPr>
          </a:lstStyle>
          <a:p>
            <a:r>
              <a:rPr lang="hu-HU" err="1"/>
              <a:t>Security</a:t>
            </a:r>
            <a:r>
              <a:rPr lang="hu-HU"/>
              <a:t> </a:t>
            </a:r>
            <a:r>
              <a:rPr lang="hu-HU" err="1"/>
              <a:t>Measures</a:t>
            </a:r>
            <a:endParaRPr lang="en-US"/>
          </a:p>
        </p:txBody>
      </p:sp>
      <p:pic>
        <p:nvPicPr>
          <p:cNvPr id="8" name="Kép 7">
            <a:extLst>
              <a:ext uri="{FF2B5EF4-FFF2-40B4-BE49-F238E27FC236}">
                <a16:creationId xmlns:a16="http://schemas.microsoft.com/office/drawing/2014/main" id="{55A24A42-DC3E-CB52-FCED-09603670CA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37"/>
          <a:stretch/>
        </p:blipFill>
        <p:spPr>
          <a:xfrm>
            <a:off x="0" y="1"/>
            <a:ext cx="1866900" cy="10296000"/>
          </a:xfrm>
          <a:prstGeom prst="rect">
            <a:avLst/>
          </a:prstGeom>
        </p:spPr>
      </p:pic>
      <p:sp>
        <p:nvSpPr>
          <p:cNvPr id="6" name="Szöveg helye 5">
            <a:extLst>
              <a:ext uri="{FF2B5EF4-FFF2-40B4-BE49-F238E27FC236}">
                <a16:creationId xmlns:a16="http://schemas.microsoft.com/office/drawing/2014/main" id="{1C192429-C384-9F05-103F-217676A911BD}"/>
              </a:ext>
            </a:extLst>
          </p:cNvPr>
          <p:cNvSpPr>
            <a:spLocks noGrp="1"/>
          </p:cNvSpPr>
          <p:nvPr>
            <p:ph type="body" sz="quarter" idx="10" hasCustomPrompt="1"/>
          </p:nvPr>
        </p:nvSpPr>
        <p:spPr>
          <a:xfrm>
            <a:off x="9283700" y="663576"/>
            <a:ext cx="8216900" cy="9117012"/>
          </a:xfrm>
        </p:spPr>
        <p:txBody>
          <a:bodyPr anchor="ctr">
            <a:normAutofit/>
          </a:bodyPr>
          <a:lstStyle>
            <a:lvl1pPr marL="0" indent="0">
              <a:buNone/>
              <a:defRPr sz="3000">
                <a:solidFill>
                  <a:srgbClr val="003399"/>
                </a:solidFill>
              </a:defRPr>
            </a:lvl1pPr>
          </a:lstStyle>
          <a:p>
            <a:pPr lvl="0"/>
            <a:r>
              <a:rPr lang="en-GB"/>
              <a:t>Recent data breaches in the industry underscore the pressing need for enhanced cybersecurity protocols. With sophisticated hacking techniques on the rise, our organization faces heightened risks of data theft and system compromise.</a:t>
            </a:r>
            <a:r>
              <a:rPr lang="hu-HU"/>
              <a:t> </a:t>
            </a:r>
            <a:r>
              <a:rPr lang="en-GB"/>
              <a:t>Failure to address these vulnerabilities not only jeopardizes our reputation but also exposes us to legal and financial repercussions in an ever-changing digital landscape.</a:t>
            </a:r>
          </a:p>
        </p:txBody>
      </p:sp>
      <p:sp>
        <p:nvSpPr>
          <p:cNvPr id="9" name="Szöveg helye 8">
            <a:extLst>
              <a:ext uri="{FF2B5EF4-FFF2-40B4-BE49-F238E27FC236}">
                <a16:creationId xmlns:a16="http://schemas.microsoft.com/office/drawing/2014/main" id="{E52E5C56-4C55-7074-1F59-18B54B6FAC3B}"/>
              </a:ext>
            </a:extLst>
          </p:cNvPr>
          <p:cNvSpPr>
            <a:spLocks noGrp="1"/>
          </p:cNvSpPr>
          <p:nvPr>
            <p:ph type="body" sz="quarter" idx="11" hasCustomPrompt="1"/>
          </p:nvPr>
        </p:nvSpPr>
        <p:spPr>
          <a:xfrm>
            <a:off x="2514600" y="3035300"/>
            <a:ext cx="6121400" cy="6745288"/>
          </a:xfrm>
        </p:spPr>
        <p:txBody>
          <a:bodyPr>
            <a:normAutofit/>
          </a:bodyPr>
          <a:lstStyle>
            <a:lvl1pPr marL="0" indent="0">
              <a:buNone/>
              <a:defRPr sz="3200">
                <a:solidFill>
                  <a:srgbClr val="003399"/>
                </a:solidFill>
              </a:defRPr>
            </a:lvl1pPr>
          </a:lstStyle>
          <a:p>
            <a:pPr lvl="0"/>
            <a:r>
              <a:rPr lang="en-GB"/>
              <a:t>Inadequate cybersecurity measures pose a significant threat to our company's sensitive data and operations. As cyber threats evolve, our current </a:t>
            </a:r>
            <a:r>
              <a:rPr lang="en-GB" err="1"/>
              <a:t>defenses</a:t>
            </a:r>
            <a:r>
              <a:rPr lang="en-GB"/>
              <a:t> are increasingly vulnerable, necessitating urgent action.</a:t>
            </a:r>
          </a:p>
        </p:txBody>
      </p:sp>
      <p:pic>
        <p:nvPicPr>
          <p:cNvPr id="7" name="Grafik 6">
            <a:extLst>
              <a:ext uri="{FF2B5EF4-FFF2-40B4-BE49-F238E27FC236}">
                <a16:creationId xmlns:a16="http://schemas.microsoft.com/office/drawing/2014/main" id="{B6086F93-0845-4375-BA5A-9654DED883AB}"/>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2514600" y="8784066"/>
            <a:ext cx="3060000" cy="981774"/>
          </a:xfrm>
          <a:prstGeom prst="rect">
            <a:avLst/>
          </a:prstGeom>
        </p:spPr>
      </p:pic>
    </p:spTree>
    <p:extLst>
      <p:ext uri="{BB962C8B-B14F-4D97-AF65-F5344CB8AC3E}">
        <p14:creationId xmlns:p14="http://schemas.microsoft.com/office/powerpoint/2010/main" val="3839729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ím és tartal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4600" y="662073"/>
            <a:ext cx="15113000" cy="8862927"/>
          </a:xfrm>
          <a:prstGeom prst="rect">
            <a:avLst/>
          </a:prstGeom>
        </p:spPr>
        <p:txBody>
          <a:bodyPr/>
          <a:lstStyle>
            <a:lvl1pPr>
              <a:defRPr sz="5000" b="1">
                <a:solidFill>
                  <a:srgbClr val="003399"/>
                </a:solidFill>
              </a:defRPr>
            </a:lvl1pPr>
          </a:lstStyle>
          <a:p>
            <a:r>
              <a:rPr lang="hu-HU"/>
              <a:t>”</a:t>
            </a:r>
            <a:r>
              <a:rPr lang="hu-HU" err="1"/>
              <a:t>Addressing</a:t>
            </a:r>
            <a:r>
              <a:rPr lang="hu-HU"/>
              <a:t> </a:t>
            </a:r>
            <a:r>
              <a:rPr lang="hu-HU" err="1"/>
              <a:t>cybersecurity</a:t>
            </a:r>
            <a:r>
              <a:rPr lang="hu-HU"/>
              <a:t> </a:t>
            </a:r>
            <a:r>
              <a:rPr lang="hu-HU" err="1"/>
              <a:t>risks</a:t>
            </a:r>
            <a:r>
              <a:rPr lang="hu-HU"/>
              <a:t> is </a:t>
            </a:r>
            <a:r>
              <a:rPr lang="hu-HU" err="1"/>
              <a:t>not</a:t>
            </a:r>
            <a:r>
              <a:rPr lang="hu-HU"/>
              <a:t> an </a:t>
            </a:r>
            <a:r>
              <a:rPr lang="hu-HU" err="1"/>
              <a:t>option</a:t>
            </a:r>
            <a:r>
              <a:rPr lang="hu-HU"/>
              <a:t> </a:t>
            </a:r>
            <a:r>
              <a:rPr lang="hu-HU" err="1"/>
              <a:t>but</a:t>
            </a:r>
            <a:r>
              <a:rPr lang="hu-HU"/>
              <a:t> a </a:t>
            </a:r>
            <a:r>
              <a:rPr lang="hu-HU" err="1"/>
              <a:t>necessity</a:t>
            </a:r>
            <a:r>
              <a:rPr lang="hu-HU"/>
              <a:t> in </a:t>
            </a:r>
            <a:r>
              <a:rPr lang="hu-HU" err="1"/>
              <a:t>safeguarding</a:t>
            </a:r>
            <a:r>
              <a:rPr lang="hu-HU"/>
              <a:t> </a:t>
            </a:r>
            <a:r>
              <a:rPr lang="hu-HU" err="1"/>
              <a:t>our</a:t>
            </a:r>
            <a:r>
              <a:rPr lang="hu-HU"/>
              <a:t> </a:t>
            </a:r>
            <a:r>
              <a:rPr lang="hu-HU" err="1"/>
              <a:t>data</a:t>
            </a:r>
            <a:r>
              <a:rPr lang="hu-HU"/>
              <a:t> and </a:t>
            </a:r>
            <a:r>
              <a:rPr lang="hu-HU" err="1"/>
              <a:t>preserving</a:t>
            </a:r>
            <a:r>
              <a:rPr lang="hu-HU"/>
              <a:t> </a:t>
            </a:r>
            <a:r>
              <a:rPr lang="hu-HU" err="1"/>
              <a:t>organizational</a:t>
            </a:r>
            <a:r>
              <a:rPr lang="hu-HU"/>
              <a:t> </a:t>
            </a:r>
            <a:r>
              <a:rPr lang="hu-HU" err="1"/>
              <a:t>integrity</a:t>
            </a:r>
            <a:r>
              <a:rPr lang="hu-HU"/>
              <a:t>.”</a:t>
            </a:r>
            <a:endParaRPr lang="en-US"/>
          </a:p>
        </p:txBody>
      </p:sp>
      <p:pic>
        <p:nvPicPr>
          <p:cNvPr id="8" name="Kép 7">
            <a:extLst>
              <a:ext uri="{FF2B5EF4-FFF2-40B4-BE49-F238E27FC236}">
                <a16:creationId xmlns:a16="http://schemas.microsoft.com/office/drawing/2014/main" id="{55A24A42-DC3E-CB52-FCED-09603670CA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37"/>
          <a:stretch/>
        </p:blipFill>
        <p:spPr>
          <a:xfrm>
            <a:off x="0" y="1"/>
            <a:ext cx="1866900" cy="10296000"/>
          </a:xfrm>
          <a:prstGeom prst="rect">
            <a:avLst/>
          </a:prstGeom>
        </p:spPr>
      </p:pic>
      <p:pic>
        <p:nvPicPr>
          <p:cNvPr id="4" name="Grafik 3">
            <a:extLst>
              <a:ext uri="{FF2B5EF4-FFF2-40B4-BE49-F238E27FC236}">
                <a16:creationId xmlns:a16="http://schemas.microsoft.com/office/drawing/2014/main" id="{AC68C7EF-97C6-47C5-88D0-7344F3461C47}"/>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2514600" y="8775049"/>
            <a:ext cx="3060000" cy="981774"/>
          </a:xfrm>
          <a:prstGeom prst="rect">
            <a:avLst/>
          </a:prstGeom>
        </p:spPr>
      </p:pic>
    </p:spTree>
    <p:extLst>
      <p:ext uri="{BB962C8B-B14F-4D97-AF65-F5344CB8AC3E}">
        <p14:creationId xmlns:p14="http://schemas.microsoft.com/office/powerpoint/2010/main" val="66155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ím és tartal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4600" y="662073"/>
            <a:ext cx="6121400" cy="2373227"/>
          </a:xfrm>
          <a:prstGeom prst="rect">
            <a:avLst/>
          </a:prstGeom>
        </p:spPr>
        <p:txBody>
          <a:bodyPr/>
          <a:lstStyle>
            <a:lvl1pPr>
              <a:defRPr sz="5000" b="1">
                <a:solidFill>
                  <a:srgbClr val="003399"/>
                </a:solidFill>
              </a:defRPr>
            </a:lvl1pPr>
          </a:lstStyle>
          <a:p>
            <a:r>
              <a:rPr lang="hu-HU" err="1"/>
              <a:t>Security</a:t>
            </a:r>
            <a:r>
              <a:rPr lang="hu-HU"/>
              <a:t> </a:t>
            </a:r>
            <a:r>
              <a:rPr lang="hu-HU" err="1"/>
              <a:t>Measures</a:t>
            </a:r>
            <a:endParaRPr lang="en-US"/>
          </a:p>
        </p:txBody>
      </p:sp>
      <p:pic>
        <p:nvPicPr>
          <p:cNvPr id="8" name="Kép 7">
            <a:extLst>
              <a:ext uri="{FF2B5EF4-FFF2-40B4-BE49-F238E27FC236}">
                <a16:creationId xmlns:a16="http://schemas.microsoft.com/office/drawing/2014/main" id="{55A24A42-DC3E-CB52-FCED-09603670CA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37"/>
          <a:stretch/>
        </p:blipFill>
        <p:spPr>
          <a:xfrm>
            <a:off x="0" y="1"/>
            <a:ext cx="1866900" cy="10296000"/>
          </a:xfrm>
          <a:prstGeom prst="rect">
            <a:avLst/>
          </a:prstGeom>
        </p:spPr>
      </p:pic>
      <p:sp>
        <p:nvSpPr>
          <p:cNvPr id="9" name="Szöveg helye 8">
            <a:extLst>
              <a:ext uri="{FF2B5EF4-FFF2-40B4-BE49-F238E27FC236}">
                <a16:creationId xmlns:a16="http://schemas.microsoft.com/office/drawing/2014/main" id="{E52E5C56-4C55-7074-1F59-18B54B6FAC3B}"/>
              </a:ext>
            </a:extLst>
          </p:cNvPr>
          <p:cNvSpPr>
            <a:spLocks noGrp="1"/>
          </p:cNvSpPr>
          <p:nvPr>
            <p:ph type="body" sz="quarter" idx="11" hasCustomPrompt="1"/>
          </p:nvPr>
        </p:nvSpPr>
        <p:spPr>
          <a:xfrm>
            <a:off x="2514600" y="3035300"/>
            <a:ext cx="6121400" cy="6745288"/>
          </a:xfrm>
        </p:spPr>
        <p:txBody>
          <a:bodyPr>
            <a:normAutofit/>
          </a:bodyPr>
          <a:lstStyle>
            <a:lvl1pPr marL="0" indent="0">
              <a:buNone/>
              <a:defRPr sz="3200">
                <a:solidFill>
                  <a:srgbClr val="003399"/>
                </a:solidFill>
              </a:defRPr>
            </a:lvl1pPr>
          </a:lstStyle>
          <a:p>
            <a:pPr lvl="0"/>
            <a:r>
              <a:rPr lang="en-GB"/>
              <a:t>Inadequate cybersecurity measures pose a significant threat to our company's sensitive data and operations. As cyber threats evolve, our current </a:t>
            </a:r>
            <a:r>
              <a:rPr lang="en-GB" err="1"/>
              <a:t>defenses</a:t>
            </a:r>
            <a:r>
              <a:rPr lang="en-GB"/>
              <a:t> are increasingly vulnerable, necessitating urgent action.</a:t>
            </a:r>
          </a:p>
        </p:txBody>
      </p:sp>
      <p:sp>
        <p:nvSpPr>
          <p:cNvPr id="4" name="Kép helye 3">
            <a:extLst>
              <a:ext uri="{FF2B5EF4-FFF2-40B4-BE49-F238E27FC236}">
                <a16:creationId xmlns:a16="http://schemas.microsoft.com/office/drawing/2014/main" id="{90EC8926-1D3A-B547-162C-C962F40E7713}"/>
              </a:ext>
            </a:extLst>
          </p:cNvPr>
          <p:cNvSpPr>
            <a:spLocks noGrp="1"/>
          </p:cNvSpPr>
          <p:nvPr>
            <p:ph type="pic" sz="quarter" idx="12" hasCustomPrompt="1"/>
          </p:nvPr>
        </p:nvSpPr>
        <p:spPr>
          <a:xfrm>
            <a:off x="9283700" y="0"/>
            <a:ext cx="9004300" cy="10288588"/>
          </a:xfrm>
        </p:spPr>
        <p:txBody>
          <a:bodyPr anchor="ctr">
            <a:normAutofit/>
          </a:bodyPr>
          <a:lstStyle>
            <a:lvl1pPr marL="0" indent="0" algn="ctr">
              <a:buNone/>
              <a:defRPr sz="2000">
                <a:solidFill>
                  <a:srgbClr val="003399"/>
                </a:solidFill>
              </a:defRPr>
            </a:lvl1pPr>
          </a:lstStyle>
          <a:p>
            <a:r>
              <a:rPr lang="hu-HU" err="1"/>
              <a:t>Paste</a:t>
            </a:r>
            <a:r>
              <a:rPr lang="hu-HU"/>
              <a:t> image here</a:t>
            </a:r>
            <a:endParaRPr lang="en-GB"/>
          </a:p>
        </p:txBody>
      </p:sp>
      <p:pic>
        <p:nvPicPr>
          <p:cNvPr id="6" name="Grafik 5">
            <a:extLst>
              <a:ext uri="{FF2B5EF4-FFF2-40B4-BE49-F238E27FC236}">
                <a16:creationId xmlns:a16="http://schemas.microsoft.com/office/drawing/2014/main" id="{0CB83D5D-3EC6-4BBD-A5EF-32A21492F553}"/>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2514600" y="8775049"/>
            <a:ext cx="3060000" cy="981774"/>
          </a:xfrm>
          <a:prstGeom prst="rect">
            <a:avLst/>
          </a:prstGeom>
        </p:spPr>
      </p:pic>
    </p:spTree>
    <p:extLst>
      <p:ext uri="{BB962C8B-B14F-4D97-AF65-F5344CB8AC3E}">
        <p14:creationId xmlns:p14="http://schemas.microsoft.com/office/powerpoint/2010/main" val="836892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ím és tartal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4600" y="662073"/>
            <a:ext cx="6121400" cy="2373227"/>
          </a:xfrm>
          <a:prstGeom prst="rect">
            <a:avLst/>
          </a:prstGeom>
        </p:spPr>
        <p:txBody>
          <a:bodyPr/>
          <a:lstStyle>
            <a:lvl1pPr>
              <a:defRPr sz="5000" b="1">
                <a:solidFill>
                  <a:srgbClr val="003399"/>
                </a:solidFill>
              </a:defRPr>
            </a:lvl1pPr>
          </a:lstStyle>
          <a:p>
            <a:r>
              <a:rPr lang="hu-HU" err="1"/>
              <a:t>Security</a:t>
            </a:r>
            <a:r>
              <a:rPr lang="hu-HU"/>
              <a:t> </a:t>
            </a:r>
            <a:r>
              <a:rPr lang="hu-HU" err="1"/>
              <a:t>Measures</a:t>
            </a:r>
            <a:endParaRPr lang="en-US"/>
          </a:p>
        </p:txBody>
      </p:sp>
      <p:pic>
        <p:nvPicPr>
          <p:cNvPr id="8" name="Kép 7">
            <a:extLst>
              <a:ext uri="{FF2B5EF4-FFF2-40B4-BE49-F238E27FC236}">
                <a16:creationId xmlns:a16="http://schemas.microsoft.com/office/drawing/2014/main" id="{55A24A42-DC3E-CB52-FCED-09603670CA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37"/>
          <a:stretch/>
        </p:blipFill>
        <p:spPr>
          <a:xfrm>
            <a:off x="0" y="1"/>
            <a:ext cx="1866900" cy="10296000"/>
          </a:xfrm>
          <a:prstGeom prst="rect">
            <a:avLst/>
          </a:prstGeom>
        </p:spPr>
      </p:pic>
      <p:sp>
        <p:nvSpPr>
          <p:cNvPr id="9" name="Szöveg helye 8">
            <a:extLst>
              <a:ext uri="{FF2B5EF4-FFF2-40B4-BE49-F238E27FC236}">
                <a16:creationId xmlns:a16="http://schemas.microsoft.com/office/drawing/2014/main" id="{E52E5C56-4C55-7074-1F59-18B54B6FAC3B}"/>
              </a:ext>
            </a:extLst>
          </p:cNvPr>
          <p:cNvSpPr>
            <a:spLocks noGrp="1"/>
          </p:cNvSpPr>
          <p:nvPr>
            <p:ph type="body" sz="quarter" idx="11" hasCustomPrompt="1"/>
          </p:nvPr>
        </p:nvSpPr>
        <p:spPr>
          <a:xfrm>
            <a:off x="2514600" y="3035300"/>
            <a:ext cx="6121400" cy="6745288"/>
          </a:xfrm>
        </p:spPr>
        <p:txBody>
          <a:bodyPr>
            <a:normAutofit/>
          </a:bodyPr>
          <a:lstStyle>
            <a:lvl1pPr marL="0" indent="0">
              <a:buNone/>
              <a:defRPr sz="3200">
                <a:solidFill>
                  <a:srgbClr val="003399"/>
                </a:solidFill>
              </a:defRPr>
            </a:lvl1pPr>
          </a:lstStyle>
          <a:p>
            <a:pPr lvl="0"/>
            <a:r>
              <a:rPr lang="en-GB"/>
              <a:t>Inadequate cybersecurity measures pose a significant threat to our company's sensitive data and operations. As cyber threats evolve, our current </a:t>
            </a:r>
            <a:r>
              <a:rPr lang="en-GB" err="1"/>
              <a:t>defenses</a:t>
            </a:r>
            <a:r>
              <a:rPr lang="en-GB"/>
              <a:t> are increasingly vulnerable, necessitating urgent action.</a:t>
            </a:r>
          </a:p>
        </p:txBody>
      </p:sp>
      <p:sp>
        <p:nvSpPr>
          <p:cNvPr id="4" name="Kép helye 3">
            <a:extLst>
              <a:ext uri="{FF2B5EF4-FFF2-40B4-BE49-F238E27FC236}">
                <a16:creationId xmlns:a16="http://schemas.microsoft.com/office/drawing/2014/main" id="{90EC8926-1D3A-B547-162C-C962F40E7713}"/>
              </a:ext>
            </a:extLst>
          </p:cNvPr>
          <p:cNvSpPr>
            <a:spLocks noGrp="1"/>
          </p:cNvSpPr>
          <p:nvPr>
            <p:ph type="pic" sz="quarter" idx="12" hasCustomPrompt="1"/>
          </p:nvPr>
        </p:nvSpPr>
        <p:spPr>
          <a:xfrm>
            <a:off x="9283700" y="661988"/>
            <a:ext cx="8343900" cy="7300912"/>
          </a:xfrm>
        </p:spPr>
        <p:txBody>
          <a:bodyPr anchor="ctr">
            <a:normAutofit/>
          </a:bodyPr>
          <a:lstStyle>
            <a:lvl1pPr marL="0" indent="0" algn="ctr">
              <a:buNone/>
              <a:defRPr sz="2000">
                <a:solidFill>
                  <a:srgbClr val="003399"/>
                </a:solidFill>
              </a:defRPr>
            </a:lvl1pPr>
          </a:lstStyle>
          <a:p>
            <a:r>
              <a:rPr lang="hu-HU" err="1"/>
              <a:t>Paste</a:t>
            </a:r>
            <a:r>
              <a:rPr lang="hu-HU"/>
              <a:t> image here</a:t>
            </a:r>
            <a:endParaRPr lang="en-GB"/>
          </a:p>
        </p:txBody>
      </p:sp>
      <p:sp>
        <p:nvSpPr>
          <p:cNvPr id="5" name="Szöveg helye 4">
            <a:extLst>
              <a:ext uri="{FF2B5EF4-FFF2-40B4-BE49-F238E27FC236}">
                <a16:creationId xmlns:a16="http://schemas.microsoft.com/office/drawing/2014/main" id="{CB16E25C-BCD7-88E3-9E7A-4845AD6BB1FF}"/>
              </a:ext>
            </a:extLst>
          </p:cNvPr>
          <p:cNvSpPr>
            <a:spLocks noGrp="1"/>
          </p:cNvSpPr>
          <p:nvPr>
            <p:ph type="body" sz="quarter" idx="13" hasCustomPrompt="1"/>
          </p:nvPr>
        </p:nvSpPr>
        <p:spPr>
          <a:xfrm>
            <a:off x="9283700" y="7962900"/>
            <a:ext cx="8432800" cy="1689100"/>
          </a:xfrm>
        </p:spPr>
        <p:txBody>
          <a:bodyPr anchor="ctr">
            <a:normAutofit/>
          </a:bodyPr>
          <a:lstStyle>
            <a:lvl1pPr marL="0" indent="0">
              <a:buNone/>
              <a:defRPr sz="2000">
                <a:solidFill>
                  <a:srgbClr val="003399"/>
                </a:solidFill>
              </a:defRPr>
            </a:lvl1pPr>
          </a:lstStyle>
          <a:p>
            <a:pPr lvl="0"/>
            <a:r>
              <a:rPr lang="hu-HU"/>
              <a:t>Image </a:t>
            </a:r>
            <a:r>
              <a:rPr lang="hu-HU" err="1"/>
              <a:t>caption</a:t>
            </a:r>
            <a:r>
              <a:rPr lang="hu-HU"/>
              <a:t> </a:t>
            </a:r>
            <a:r>
              <a:rPr lang="en-GB"/>
              <a:t>— Inadequate cybersecurity measures pose a significant threat to our company's sensitive data and Project Title operations.</a:t>
            </a:r>
          </a:p>
        </p:txBody>
      </p:sp>
      <p:pic>
        <p:nvPicPr>
          <p:cNvPr id="7" name="Grafik 6">
            <a:extLst>
              <a:ext uri="{FF2B5EF4-FFF2-40B4-BE49-F238E27FC236}">
                <a16:creationId xmlns:a16="http://schemas.microsoft.com/office/drawing/2014/main" id="{0A8659D6-A55F-4DC4-9AA4-5DEC6088647E}"/>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2514600" y="8789797"/>
            <a:ext cx="3060000" cy="981774"/>
          </a:xfrm>
          <a:prstGeom prst="rect">
            <a:avLst/>
          </a:prstGeom>
        </p:spPr>
      </p:pic>
    </p:spTree>
    <p:extLst>
      <p:ext uri="{BB962C8B-B14F-4D97-AF65-F5344CB8AC3E}">
        <p14:creationId xmlns:p14="http://schemas.microsoft.com/office/powerpoint/2010/main" val="2515072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ím és tartalom">
    <p:spTree>
      <p:nvGrpSpPr>
        <p:cNvPr id="1" name=""/>
        <p:cNvGrpSpPr/>
        <p:nvPr/>
      </p:nvGrpSpPr>
      <p:grpSpPr>
        <a:xfrm>
          <a:off x="0" y="0"/>
          <a:ext cx="0" cy="0"/>
          <a:chOff x="0" y="0"/>
          <a:chExt cx="0" cy="0"/>
        </a:xfrm>
      </p:grpSpPr>
      <p:sp>
        <p:nvSpPr>
          <p:cNvPr id="9" name="Szöveg helye 8">
            <a:extLst>
              <a:ext uri="{FF2B5EF4-FFF2-40B4-BE49-F238E27FC236}">
                <a16:creationId xmlns:a16="http://schemas.microsoft.com/office/drawing/2014/main" id="{E52E5C56-4C55-7074-1F59-18B54B6FAC3B}"/>
              </a:ext>
            </a:extLst>
          </p:cNvPr>
          <p:cNvSpPr>
            <a:spLocks noGrp="1"/>
          </p:cNvSpPr>
          <p:nvPr>
            <p:ph type="body" sz="quarter" idx="11" hasCustomPrompt="1"/>
          </p:nvPr>
        </p:nvSpPr>
        <p:spPr>
          <a:xfrm>
            <a:off x="7645400" y="584994"/>
            <a:ext cx="10007600" cy="2463006"/>
          </a:xfrm>
        </p:spPr>
        <p:txBody>
          <a:bodyPr>
            <a:normAutofit/>
          </a:bodyPr>
          <a:lstStyle>
            <a:lvl1pPr marL="0" indent="0">
              <a:buNone/>
              <a:defRPr sz="3200" b="1">
                <a:solidFill>
                  <a:srgbClr val="003399"/>
                </a:solidFill>
              </a:defRPr>
            </a:lvl1pPr>
          </a:lstStyle>
          <a:p>
            <a:pPr lvl="0"/>
            <a:r>
              <a:rPr lang="hu-HU"/>
              <a:t>projectTitle.com</a:t>
            </a:r>
            <a:endParaRPr lang="en-GB"/>
          </a:p>
        </p:txBody>
      </p:sp>
      <p:pic>
        <p:nvPicPr>
          <p:cNvPr id="7" name="Kép 6">
            <a:extLst>
              <a:ext uri="{FF2B5EF4-FFF2-40B4-BE49-F238E27FC236}">
                <a16:creationId xmlns:a16="http://schemas.microsoft.com/office/drawing/2014/main" id="{5C526633-17B6-9A0A-D4B8-49598BE2A12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6985000" cy="10288588"/>
          </a:xfrm>
          <a:prstGeom prst="rect">
            <a:avLst/>
          </a:prstGeom>
        </p:spPr>
      </p:pic>
      <p:sp>
        <p:nvSpPr>
          <p:cNvPr id="11" name="Szöveg helye 10">
            <a:extLst>
              <a:ext uri="{FF2B5EF4-FFF2-40B4-BE49-F238E27FC236}">
                <a16:creationId xmlns:a16="http://schemas.microsoft.com/office/drawing/2014/main" id="{320475DF-8954-0575-E8D7-64618E87D175}"/>
              </a:ext>
            </a:extLst>
          </p:cNvPr>
          <p:cNvSpPr>
            <a:spLocks noGrp="1"/>
          </p:cNvSpPr>
          <p:nvPr>
            <p:ph type="body" sz="quarter" idx="12" hasCustomPrompt="1"/>
          </p:nvPr>
        </p:nvSpPr>
        <p:spPr>
          <a:xfrm>
            <a:off x="635000" y="590550"/>
            <a:ext cx="5486400" cy="2730500"/>
          </a:xfrm>
        </p:spPr>
        <p:txBody>
          <a:bodyPr/>
          <a:lstStyle>
            <a:lvl1pPr marL="0" indent="0">
              <a:buNone/>
              <a:defRPr b="1">
                <a:solidFill>
                  <a:schemeClr val="bg1"/>
                </a:solidFill>
              </a:defRPr>
            </a:lvl1pPr>
          </a:lstStyle>
          <a:p>
            <a:pPr lvl="0"/>
            <a:r>
              <a:rPr lang="hu-HU" err="1"/>
              <a:t>Thank</a:t>
            </a:r>
            <a:r>
              <a:rPr lang="hu-HU"/>
              <a:t> </a:t>
            </a:r>
            <a:r>
              <a:rPr lang="hu-HU" err="1"/>
              <a:t>you</a:t>
            </a:r>
            <a:r>
              <a:rPr lang="hu-HU"/>
              <a:t> </a:t>
            </a:r>
            <a:r>
              <a:rPr lang="hu-HU" err="1"/>
              <a:t>for</a:t>
            </a:r>
            <a:r>
              <a:rPr lang="hu-HU"/>
              <a:t> </a:t>
            </a:r>
            <a:r>
              <a:rPr lang="hu-HU" err="1"/>
              <a:t>attending</a:t>
            </a:r>
            <a:r>
              <a:rPr lang="hu-HU"/>
              <a:t>!</a:t>
            </a:r>
            <a:endParaRPr lang="en-GB"/>
          </a:p>
        </p:txBody>
      </p:sp>
      <p:sp>
        <p:nvSpPr>
          <p:cNvPr id="12" name="Szöveg helye 8">
            <a:extLst>
              <a:ext uri="{FF2B5EF4-FFF2-40B4-BE49-F238E27FC236}">
                <a16:creationId xmlns:a16="http://schemas.microsoft.com/office/drawing/2014/main" id="{06A47172-93A7-4A84-6E0D-FD24307912E0}"/>
              </a:ext>
            </a:extLst>
          </p:cNvPr>
          <p:cNvSpPr>
            <a:spLocks noGrp="1"/>
          </p:cNvSpPr>
          <p:nvPr>
            <p:ph type="body" sz="quarter" idx="13" hasCustomPrompt="1"/>
          </p:nvPr>
        </p:nvSpPr>
        <p:spPr>
          <a:xfrm>
            <a:off x="7645400" y="3048000"/>
            <a:ext cx="5181600" cy="546100"/>
          </a:xfrm>
        </p:spPr>
        <p:txBody>
          <a:bodyPr>
            <a:normAutofit/>
          </a:bodyPr>
          <a:lstStyle>
            <a:lvl1pPr marL="0" indent="0">
              <a:buNone/>
              <a:defRPr sz="2500">
                <a:solidFill>
                  <a:srgbClr val="003399"/>
                </a:solidFill>
              </a:defRPr>
            </a:lvl1pPr>
          </a:lstStyle>
          <a:p>
            <a:pPr lvl="0"/>
            <a:r>
              <a:rPr lang="hu-HU" err="1"/>
              <a:t>First</a:t>
            </a:r>
            <a:r>
              <a:rPr lang="hu-HU"/>
              <a:t> Last</a:t>
            </a:r>
            <a:endParaRPr lang="en-GB"/>
          </a:p>
        </p:txBody>
      </p:sp>
      <p:sp>
        <p:nvSpPr>
          <p:cNvPr id="13" name="Szöveg helye 8">
            <a:extLst>
              <a:ext uri="{FF2B5EF4-FFF2-40B4-BE49-F238E27FC236}">
                <a16:creationId xmlns:a16="http://schemas.microsoft.com/office/drawing/2014/main" id="{B46E932A-195E-1A5A-6B8C-258516EFB8FF}"/>
              </a:ext>
            </a:extLst>
          </p:cNvPr>
          <p:cNvSpPr>
            <a:spLocks noGrp="1"/>
          </p:cNvSpPr>
          <p:nvPr>
            <p:ph type="body" sz="quarter" idx="14" hasCustomPrompt="1"/>
          </p:nvPr>
        </p:nvSpPr>
        <p:spPr>
          <a:xfrm>
            <a:off x="7645400" y="5511006"/>
            <a:ext cx="10007600" cy="2463006"/>
          </a:xfrm>
        </p:spPr>
        <p:txBody>
          <a:bodyPr>
            <a:normAutofit/>
          </a:bodyPr>
          <a:lstStyle>
            <a:lvl1pPr marL="0" indent="0">
              <a:buNone/>
              <a:defRPr sz="2500" b="0">
                <a:solidFill>
                  <a:srgbClr val="003399"/>
                </a:solidFill>
              </a:defRPr>
            </a:lvl1pPr>
          </a:lstStyle>
          <a:p>
            <a:pPr lvl="0"/>
            <a:r>
              <a:rPr lang="hu-HU"/>
              <a:t>Facebook.com/</a:t>
            </a:r>
            <a:r>
              <a:rPr lang="hu-HU" b="1" err="1"/>
              <a:t>projectTitle</a:t>
            </a:r>
            <a:br>
              <a:rPr lang="hu-HU" b="1"/>
            </a:br>
            <a:r>
              <a:rPr lang="hu-HU" b="0"/>
              <a:t>x.com/</a:t>
            </a:r>
            <a:r>
              <a:rPr lang="hu-HU" b="1" err="1"/>
              <a:t>projectTitle</a:t>
            </a:r>
            <a:br>
              <a:rPr lang="hu-HU" b="1"/>
            </a:br>
            <a:r>
              <a:rPr lang="hu-HU" b="0"/>
              <a:t>youtube.com/</a:t>
            </a:r>
            <a:r>
              <a:rPr lang="hu-HU" b="1" err="1"/>
              <a:t>projectTitle</a:t>
            </a:r>
            <a:endParaRPr lang="hu-HU" b="0"/>
          </a:p>
        </p:txBody>
      </p:sp>
      <p:sp>
        <p:nvSpPr>
          <p:cNvPr id="14" name="Szöveg helye 8">
            <a:extLst>
              <a:ext uri="{FF2B5EF4-FFF2-40B4-BE49-F238E27FC236}">
                <a16:creationId xmlns:a16="http://schemas.microsoft.com/office/drawing/2014/main" id="{A2B405E5-E12E-CC8C-31EC-FDDCF72E6BE9}"/>
              </a:ext>
            </a:extLst>
          </p:cNvPr>
          <p:cNvSpPr>
            <a:spLocks noGrp="1"/>
          </p:cNvSpPr>
          <p:nvPr>
            <p:ph type="body" sz="quarter" idx="15" hasCustomPrompt="1"/>
          </p:nvPr>
        </p:nvSpPr>
        <p:spPr>
          <a:xfrm>
            <a:off x="7645400" y="3594100"/>
            <a:ext cx="5181600" cy="546100"/>
          </a:xfrm>
        </p:spPr>
        <p:txBody>
          <a:bodyPr>
            <a:normAutofit/>
          </a:bodyPr>
          <a:lstStyle>
            <a:lvl1pPr marL="0" indent="0">
              <a:buNone/>
              <a:defRPr sz="2500">
                <a:solidFill>
                  <a:srgbClr val="003399"/>
                </a:solidFill>
              </a:defRPr>
            </a:lvl1pPr>
          </a:lstStyle>
          <a:p>
            <a:pPr lvl="0"/>
            <a:r>
              <a:rPr lang="hu-HU"/>
              <a:t>info@projectTitle.com</a:t>
            </a:r>
            <a:endParaRPr lang="en-GB"/>
          </a:p>
        </p:txBody>
      </p:sp>
      <p:sp>
        <p:nvSpPr>
          <p:cNvPr id="16" name="Szöveg helye 8">
            <a:extLst>
              <a:ext uri="{FF2B5EF4-FFF2-40B4-BE49-F238E27FC236}">
                <a16:creationId xmlns:a16="http://schemas.microsoft.com/office/drawing/2014/main" id="{CFE67723-D50F-BEB9-7B1E-95AC0AA7744C}"/>
              </a:ext>
            </a:extLst>
          </p:cNvPr>
          <p:cNvSpPr>
            <a:spLocks noGrp="1"/>
          </p:cNvSpPr>
          <p:nvPr>
            <p:ph type="body" sz="quarter" idx="16" hasCustomPrompt="1"/>
          </p:nvPr>
        </p:nvSpPr>
        <p:spPr>
          <a:xfrm>
            <a:off x="7645400" y="4145756"/>
            <a:ext cx="5181600" cy="546100"/>
          </a:xfrm>
        </p:spPr>
        <p:txBody>
          <a:bodyPr>
            <a:normAutofit/>
          </a:bodyPr>
          <a:lstStyle>
            <a:lvl1pPr marL="0" indent="0">
              <a:buNone/>
              <a:defRPr sz="2500">
                <a:solidFill>
                  <a:srgbClr val="003399"/>
                </a:solidFill>
              </a:defRPr>
            </a:lvl1pPr>
          </a:lstStyle>
          <a:p>
            <a:pPr lvl="0"/>
            <a:r>
              <a:rPr lang="hu-HU"/>
              <a:t>+32 123 456 789</a:t>
            </a:r>
            <a:endParaRPr lang="en-GB"/>
          </a:p>
        </p:txBody>
      </p:sp>
      <p:sp>
        <p:nvSpPr>
          <p:cNvPr id="17" name="Szöveg helye 8">
            <a:extLst>
              <a:ext uri="{FF2B5EF4-FFF2-40B4-BE49-F238E27FC236}">
                <a16:creationId xmlns:a16="http://schemas.microsoft.com/office/drawing/2014/main" id="{57E68D88-F821-2B9F-D18E-50D9F9EE9A29}"/>
              </a:ext>
            </a:extLst>
          </p:cNvPr>
          <p:cNvSpPr>
            <a:spLocks noGrp="1"/>
          </p:cNvSpPr>
          <p:nvPr>
            <p:ph type="body" sz="quarter" idx="17" hasCustomPrompt="1"/>
          </p:nvPr>
        </p:nvSpPr>
        <p:spPr>
          <a:xfrm>
            <a:off x="12827000" y="3048000"/>
            <a:ext cx="4826000" cy="1092200"/>
          </a:xfrm>
        </p:spPr>
        <p:txBody>
          <a:bodyPr>
            <a:normAutofit/>
          </a:bodyPr>
          <a:lstStyle>
            <a:lvl1pPr marL="0" indent="0">
              <a:buNone/>
              <a:defRPr sz="2500">
                <a:solidFill>
                  <a:srgbClr val="003399"/>
                </a:solidFill>
              </a:defRPr>
            </a:lvl1pPr>
          </a:lstStyle>
          <a:p>
            <a:pPr lvl="0"/>
            <a:r>
              <a:rPr lang="hu-HU"/>
              <a:t>Budapest utca 1</a:t>
            </a:r>
            <a:br>
              <a:rPr lang="hu-HU"/>
            </a:br>
            <a:r>
              <a:rPr lang="hu-HU"/>
              <a:t>1055 Budapest, Hungary</a:t>
            </a:r>
            <a:endParaRPr lang="en-GB"/>
          </a:p>
        </p:txBody>
      </p:sp>
      <p:pic>
        <p:nvPicPr>
          <p:cNvPr id="10" name="Grafik 9">
            <a:extLst>
              <a:ext uri="{FF2B5EF4-FFF2-40B4-BE49-F238E27FC236}">
                <a16:creationId xmlns:a16="http://schemas.microsoft.com/office/drawing/2014/main" id="{4923C3B7-B87C-485D-AE29-F9146BA3F4AB}"/>
              </a:ext>
            </a:extLst>
          </p:cNvPr>
          <p:cNvPicPr>
            <a:picLocks noChangeAspect="1"/>
          </p:cNvPicPr>
          <p:nvPr userDrawn="1"/>
        </p:nvPicPr>
        <p:blipFill>
          <a:blip r:embed="rId3">
            <a:extLst>
              <a:ext uri="{28A0092B-C50C-407E-A947-70E740481C1C}">
                <a14:useLocalDpi xmlns:a14="http://schemas.microsoft.com/office/drawing/2010/main" val="0"/>
              </a:ext>
            </a:extLst>
          </a:blip>
          <a:stretch/>
        </p:blipFill>
        <p:spPr bwMode="auto">
          <a:xfrm>
            <a:off x="7645400" y="8018256"/>
            <a:ext cx="6507891" cy="2088000"/>
          </a:xfrm>
          <a:prstGeom prst="rect">
            <a:avLst/>
          </a:prstGeom>
        </p:spPr>
      </p:pic>
    </p:spTree>
    <p:extLst>
      <p:ext uri="{BB962C8B-B14F-4D97-AF65-F5344CB8AC3E}">
        <p14:creationId xmlns:p14="http://schemas.microsoft.com/office/powerpoint/2010/main" val="252146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7B15DDF-20C1-4A91-B6F1-C79FAA8989FA}"/>
              </a:ext>
            </a:extLst>
          </p:cNvPr>
          <p:cNvSpPr>
            <a:spLocks noGrp="1"/>
          </p:cNvSpPr>
          <p:nvPr>
            <p:ph type="dt" sz="half" idx="10"/>
          </p:nvPr>
        </p:nvSpPr>
        <p:spPr/>
        <p:txBody>
          <a:bodyPr/>
          <a:lstStyle/>
          <a:p>
            <a:fld id="{5C9C87B8-B64F-41CD-804F-5471712B3EFB}" type="datetimeFigureOut">
              <a:rPr lang="de-DE" smtClean="0"/>
              <a:t>25.02.2025</a:t>
            </a:fld>
            <a:endParaRPr lang="de-DE"/>
          </a:p>
        </p:txBody>
      </p:sp>
      <p:sp>
        <p:nvSpPr>
          <p:cNvPr id="3" name="Fußzeilenplatzhalter 2">
            <a:extLst>
              <a:ext uri="{FF2B5EF4-FFF2-40B4-BE49-F238E27FC236}">
                <a16:creationId xmlns:a16="http://schemas.microsoft.com/office/drawing/2014/main" id="{5CCAAB52-F378-413C-9015-749DA66AFCF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6D5FB2A5-3923-4222-8760-2F31BFF14A56}"/>
              </a:ext>
            </a:extLst>
          </p:cNvPr>
          <p:cNvSpPr>
            <a:spLocks noGrp="1"/>
          </p:cNvSpPr>
          <p:nvPr>
            <p:ph type="sldNum" sz="quarter" idx="12"/>
          </p:nvPr>
        </p:nvSpPr>
        <p:spPr/>
        <p:txBody>
          <a:bodyPr/>
          <a:lstStyle/>
          <a:p>
            <a:fld id="{F532994E-BC80-4050-8187-73C4A7C65443}" type="slidenum">
              <a:rPr lang="de-DE" smtClean="0"/>
              <a:t>‹Nr.›</a:t>
            </a:fld>
            <a:endParaRPr lang="de-DE"/>
          </a:p>
        </p:txBody>
      </p:sp>
    </p:spTree>
    <p:extLst>
      <p:ext uri="{BB962C8B-B14F-4D97-AF65-F5344CB8AC3E}">
        <p14:creationId xmlns:p14="http://schemas.microsoft.com/office/powerpoint/2010/main" val="1551898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D84CFE-2DA8-4EBE-9C22-925F99766AC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9EB3001A-2D18-4E1F-A0ED-2BE8D63E440F}"/>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C013457-1115-4A7F-8EE2-9F88263EAEE4}"/>
              </a:ext>
            </a:extLst>
          </p:cNvPr>
          <p:cNvSpPr>
            <a:spLocks noGrp="1"/>
          </p:cNvSpPr>
          <p:nvPr>
            <p:ph type="dt" sz="half" idx="10"/>
          </p:nvPr>
        </p:nvSpPr>
        <p:spPr/>
        <p:txBody>
          <a:bodyPr/>
          <a:lstStyle/>
          <a:p>
            <a:fld id="{7591A5AB-6656-4667-B341-9BEBBE1DD5DA}" type="datetimeFigureOut">
              <a:rPr lang="de-DE" smtClean="0"/>
              <a:t>25.02.2025</a:t>
            </a:fld>
            <a:endParaRPr lang="de-DE"/>
          </a:p>
        </p:txBody>
      </p:sp>
      <p:sp>
        <p:nvSpPr>
          <p:cNvPr id="5" name="Fußzeilenplatzhalter 4">
            <a:extLst>
              <a:ext uri="{FF2B5EF4-FFF2-40B4-BE49-F238E27FC236}">
                <a16:creationId xmlns:a16="http://schemas.microsoft.com/office/drawing/2014/main" id="{BC0CE52A-9F58-41C8-9347-69147CE2E16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9C3128D-5FF8-4A33-AB45-745C5B6B8B85}"/>
              </a:ext>
            </a:extLst>
          </p:cNvPr>
          <p:cNvSpPr>
            <a:spLocks noGrp="1"/>
          </p:cNvSpPr>
          <p:nvPr>
            <p:ph type="sldNum" sz="quarter" idx="12"/>
          </p:nvPr>
        </p:nvSpPr>
        <p:spPr/>
        <p:txBody>
          <a:bodyPr/>
          <a:lstStyle/>
          <a:p>
            <a:fld id="{D8152C08-BED0-4EB8-86F3-845C51035CDC}" type="slidenum">
              <a:rPr lang="de-DE" smtClean="0"/>
              <a:t>‹Nr.›</a:t>
            </a:fld>
            <a:endParaRPr lang="de-DE"/>
          </a:p>
        </p:txBody>
      </p:sp>
    </p:spTree>
    <p:extLst>
      <p:ext uri="{BB962C8B-B14F-4D97-AF65-F5344CB8AC3E}">
        <p14:creationId xmlns:p14="http://schemas.microsoft.com/office/powerpoint/2010/main" val="3250307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ilhouette oben">
    <p:spTree>
      <p:nvGrpSpPr>
        <p:cNvPr id="1" name=""/>
        <p:cNvGrpSpPr/>
        <p:nvPr/>
      </p:nvGrpSpPr>
      <p:grpSpPr>
        <a:xfrm>
          <a:off x="0" y="0"/>
          <a:ext cx="0" cy="0"/>
          <a:chOff x="0" y="0"/>
          <a:chExt cx="0" cy="0"/>
        </a:xfrm>
      </p:grpSpPr>
      <p:sp>
        <p:nvSpPr>
          <p:cNvPr id="53" name="Rechteck 52"/>
          <p:cNvSpPr/>
          <p:nvPr userDrawn="1"/>
        </p:nvSpPr>
        <p:spPr bwMode="gray">
          <a:xfrm>
            <a:off x="0" y="8456672"/>
            <a:ext cx="18288000" cy="1486833"/>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2100" err="1">
              <a:solidFill>
                <a:schemeClr val="tx1"/>
              </a:solidFill>
            </a:endParaRPr>
          </a:p>
        </p:txBody>
      </p:sp>
      <p:grpSp>
        <p:nvGrpSpPr>
          <p:cNvPr id="24" name="Gruppieren 23"/>
          <p:cNvGrpSpPr/>
          <p:nvPr userDrawn="1"/>
        </p:nvGrpSpPr>
        <p:grpSpPr>
          <a:xfrm>
            <a:off x="-14884" y="1783665"/>
            <a:ext cx="18302885" cy="338397"/>
            <a:chOff x="-7442" y="6402027"/>
            <a:chExt cx="9151442" cy="225563"/>
          </a:xfrm>
        </p:grpSpPr>
        <p:sp>
          <p:nvSpPr>
            <p:cNvPr id="25" name="Freeform 6"/>
            <p:cNvSpPr>
              <a:spLocks/>
            </p:cNvSpPr>
            <p:nvPr/>
          </p:nvSpPr>
          <p:spPr bwMode="auto">
            <a:xfrm>
              <a:off x="1323498" y="6602790"/>
              <a:ext cx="201944" cy="24800"/>
            </a:xfrm>
            <a:custGeom>
              <a:avLst/>
              <a:gdLst>
                <a:gd name="T0" fmla="*/ 21 w 171"/>
                <a:gd name="T1" fmla="*/ 0 h 21"/>
                <a:gd name="T2" fmla="*/ 171 w 171"/>
                <a:gd name="T3" fmla="*/ 0 h 21"/>
                <a:gd name="T4" fmla="*/ 171 w 171"/>
                <a:gd name="T5" fmla="*/ 21 h 21"/>
                <a:gd name="T6" fmla="*/ 0 w 171"/>
                <a:gd name="T7" fmla="*/ 21 h 21"/>
                <a:gd name="T8" fmla="*/ 21 w 171"/>
                <a:gd name="T9" fmla="*/ 0 h 21"/>
              </a:gdLst>
              <a:ahLst/>
              <a:cxnLst>
                <a:cxn ang="0">
                  <a:pos x="T0" y="T1"/>
                </a:cxn>
                <a:cxn ang="0">
                  <a:pos x="T2" y="T3"/>
                </a:cxn>
                <a:cxn ang="0">
                  <a:pos x="T4" y="T5"/>
                </a:cxn>
                <a:cxn ang="0">
                  <a:pos x="T6" y="T7"/>
                </a:cxn>
                <a:cxn ang="0">
                  <a:pos x="T8" y="T9"/>
                </a:cxn>
              </a:cxnLst>
              <a:rect l="0" t="0" r="r" b="b"/>
              <a:pathLst>
                <a:path w="171" h="21">
                  <a:moveTo>
                    <a:pt x="21" y="0"/>
                  </a:moveTo>
                  <a:lnTo>
                    <a:pt x="171" y="0"/>
                  </a:lnTo>
                  <a:lnTo>
                    <a:pt x="171" y="21"/>
                  </a:lnTo>
                  <a:lnTo>
                    <a:pt x="0" y="21"/>
                  </a:lnTo>
                  <a:lnTo>
                    <a:pt x="21" y="0"/>
                  </a:lnTo>
                  <a:close/>
                </a:path>
              </a:pathLst>
            </a:custGeom>
            <a:solidFill>
              <a:schemeClr val="bg1">
                <a:lumMod val="8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2700"/>
            </a:p>
          </p:txBody>
        </p:sp>
        <p:sp>
          <p:nvSpPr>
            <p:cNvPr id="26" name="Freeform 7"/>
            <p:cNvSpPr>
              <a:spLocks noEditPoints="1"/>
            </p:cNvSpPr>
            <p:nvPr/>
          </p:nvSpPr>
          <p:spPr bwMode="auto">
            <a:xfrm>
              <a:off x="-7442" y="6528389"/>
              <a:ext cx="976653" cy="99200"/>
            </a:xfrm>
            <a:custGeom>
              <a:avLst/>
              <a:gdLst>
                <a:gd name="T0" fmla="*/ 624 w 827"/>
                <a:gd name="T1" fmla="*/ 51 h 84"/>
                <a:gd name="T2" fmla="*/ 591 w 827"/>
                <a:gd name="T3" fmla="*/ 20 h 84"/>
                <a:gd name="T4" fmla="*/ 602 w 827"/>
                <a:gd name="T5" fmla="*/ 20 h 84"/>
                <a:gd name="T6" fmla="*/ 570 w 827"/>
                <a:gd name="T7" fmla="*/ 51 h 84"/>
                <a:gd name="T8" fmla="*/ 570 w 827"/>
                <a:gd name="T9" fmla="*/ 20 h 84"/>
                <a:gd name="T10" fmla="*/ 560 w 827"/>
                <a:gd name="T11" fmla="*/ 51 h 84"/>
                <a:gd name="T12" fmla="*/ 527 w 827"/>
                <a:gd name="T13" fmla="*/ 20 h 84"/>
                <a:gd name="T14" fmla="*/ 538 w 827"/>
                <a:gd name="T15" fmla="*/ 20 h 84"/>
                <a:gd name="T16" fmla="*/ 507 w 827"/>
                <a:gd name="T17" fmla="*/ 51 h 84"/>
                <a:gd name="T18" fmla="*/ 507 w 827"/>
                <a:gd name="T19" fmla="*/ 20 h 84"/>
                <a:gd name="T20" fmla="*/ 496 w 827"/>
                <a:gd name="T21" fmla="*/ 51 h 84"/>
                <a:gd name="T22" fmla="*/ 463 w 827"/>
                <a:gd name="T23" fmla="*/ 20 h 84"/>
                <a:gd name="T24" fmla="*/ 474 w 827"/>
                <a:gd name="T25" fmla="*/ 20 h 84"/>
                <a:gd name="T26" fmla="*/ 443 w 827"/>
                <a:gd name="T27" fmla="*/ 51 h 84"/>
                <a:gd name="T28" fmla="*/ 443 w 827"/>
                <a:gd name="T29" fmla="*/ 20 h 84"/>
                <a:gd name="T30" fmla="*/ 431 w 827"/>
                <a:gd name="T31" fmla="*/ 51 h 84"/>
                <a:gd name="T32" fmla="*/ 400 w 827"/>
                <a:gd name="T33" fmla="*/ 20 h 84"/>
                <a:gd name="T34" fmla="*/ 410 w 827"/>
                <a:gd name="T35" fmla="*/ 20 h 84"/>
                <a:gd name="T36" fmla="*/ 377 w 827"/>
                <a:gd name="T37" fmla="*/ 51 h 84"/>
                <a:gd name="T38" fmla="*/ 377 w 827"/>
                <a:gd name="T39" fmla="*/ 20 h 84"/>
                <a:gd name="T40" fmla="*/ 367 w 827"/>
                <a:gd name="T41" fmla="*/ 51 h 84"/>
                <a:gd name="T42" fmla="*/ 336 w 827"/>
                <a:gd name="T43" fmla="*/ 20 h 84"/>
                <a:gd name="T44" fmla="*/ 346 w 827"/>
                <a:gd name="T45" fmla="*/ 20 h 84"/>
                <a:gd name="T46" fmla="*/ 313 w 827"/>
                <a:gd name="T47" fmla="*/ 51 h 84"/>
                <a:gd name="T48" fmla="*/ 313 w 827"/>
                <a:gd name="T49" fmla="*/ 20 h 84"/>
                <a:gd name="T50" fmla="*/ 303 w 827"/>
                <a:gd name="T51" fmla="*/ 51 h 84"/>
                <a:gd name="T52" fmla="*/ 270 w 827"/>
                <a:gd name="T53" fmla="*/ 20 h 84"/>
                <a:gd name="T54" fmla="*/ 282 w 827"/>
                <a:gd name="T55" fmla="*/ 20 h 84"/>
                <a:gd name="T56" fmla="*/ 153 w 827"/>
                <a:gd name="T57" fmla="*/ 0 h 84"/>
                <a:gd name="T58" fmla="*/ 250 w 827"/>
                <a:gd name="T59" fmla="*/ 0 h 84"/>
                <a:gd name="T60" fmla="*/ 624 w 827"/>
                <a:gd name="T61" fmla="*/ 0 h 84"/>
                <a:gd name="T62" fmla="*/ 720 w 827"/>
                <a:gd name="T63" fmla="*/ 0 h 84"/>
                <a:gd name="T64" fmla="*/ 817 w 827"/>
                <a:gd name="T65" fmla="*/ 0 h 84"/>
                <a:gd name="T66" fmla="*/ 817 w 827"/>
                <a:gd name="T67" fmla="*/ 84 h 84"/>
                <a:gd name="T68" fmla="*/ 807 w 827"/>
                <a:gd name="T69" fmla="*/ 84 h 84"/>
                <a:gd name="T70" fmla="*/ 710 w 827"/>
                <a:gd name="T71" fmla="*/ 20 h 84"/>
                <a:gd name="T72" fmla="*/ 624 w 827"/>
                <a:gd name="T73" fmla="*/ 63 h 84"/>
                <a:gd name="T74" fmla="*/ 602 w 827"/>
                <a:gd name="T75" fmla="*/ 84 h 84"/>
                <a:gd name="T76" fmla="*/ 591 w 827"/>
                <a:gd name="T77" fmla="*/ 84 h 84"/>
                <a:gd name="T78" fmla="*/ 570 w 827"/>
                <a:gd name="T79" fmla="*/ 63 h 84"/>
                <a:gd name="T80" fmla="*/ 560 w 827"/>
                <a:gd name="T81" fmla="*/ 63 h 84"/>
                <a:gd name="T82" fmla="*/ 538 w 827"/>
                <a:gd name="T83" fmla="*/ 84 h 84"/>
                <a:gd name="T84" fmla="*/ 527 w 827"/>
                <a:gd name="T85" fmla="*/ 84 h 84"/>
                <a:gd name="T86" fmla="*/ 507 w 827"/>
                <a:gd name="T87" fmla="*/ 63 h 84"/>
                <a:gd name="T88" fmla="*/ 496 w 827"/>
                <a:gd name="T89" fmla="*/ 63 h 84"/>
                <a:gd name="T90" fmla="*/ 474 w 827"/>
                <a:gd name="T91" fmla="*/ 84 h 84"/>
                <a:gd name="T92" fmla="*/ 463 w 827"/>
                <a:gd name="T93" fmla="*/ 84 h 84"/>
                <a:gd name="T94" fmla="*/ 443 w 827"/>
                <a:gd name="T95" fmla="*/ 63 h 84"/>
                <a:gd name="T96" fmla="*/ 431 w 827"/>
                <a:gd name="T97" fmla="*/ 63 h 84"/>
                <a:gd name="T98" fmla="*/ 410 w 827"/>
                <a:gd name="T99" fmla="*/ 84 h 84"/>
                <a:gd name="T100" fmla="*/ 400 w 827"/>
                <a:gd name="T101" fmla="*/ 84 h 84"/>
                <a:gd name="T102" fmla="*/ 377 w 827"/>
                <a:gd name="T103" fmla="*/ 63 h 84"/>
                <a:gd name="T104" fmla="*/ 367 w 827"/>
                <a:gd name="T105" fmla="*/ 63 h 84"/>
                <a:gd name="T106" fmla="*/ 346 w 827"/>
                <a:gd name="T107" fmla="*/ 84 h 84"/>
                <a:gd name="T108" fmla="*/ 336 w 827"/>
                <a:gd name="T109" fmla="*/ 84 h 84"/>
                <a:gd name="T110" fmla="*/ 313 w 827"/>
                <a:gd name="T111" fmla="*/ 63 h 84"/>
                <a:gd name="T112" fmla="*/ 303 w 827"/>
                <a:gd name="T113" fmla="*/ 63 h 84"/>
                <a:gd name="T114" fmla="*/ 282 w 827"/>
                <a:gd name="T115" fmla="*/ 84 h 84"/>
                <a:gd name="T116" fmla="*/ 270 w 827"/>
                <a:gd name="T117" fmla="*/ 84 h 84"/>
                <a:gd name="T118" fmla="*/ 175 w 827"/>
                <a:gd name="T119" fmla="*/ 20 h 84"/>
                <a:gd name="T120" fmla="*/ 89 w 827"/>
                <a:gd name="T121" fmla="*/ 20 h 84"/>
                <a:gd name="T122" fmla="*/ 0 w 827"/>
                <a:gd name="T123" fmla="*/ 84 h 84"/>
                <a:gd name="T124" fmla="*/ 68 w 827"/>
                <a:gd name="T125" fmla="*/ 1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7" h="84">
                  <a:moveTo>
                    <a:pt x="613" y="20"/>
                  </a:moveTo>
                  <a:lnTo>
                    <a:pt x="613" y="51"/>
                  </a:lnTo>
                  <a:lnTo>
                    <a:pt x="624" y="51"/>
                  </a:lnTo>
                  <a:lnTo>
                    <a:pt x="624" y="20"/>
                  </a:lnTo>
                  <a:lnTo>
                    <a:pt x="613" y="20"/>
                  </a:lnTo>
                  <a:close/>
                  <a:moveTo>
                    <a:pt x="591" y="20"/>
                  </a:moveTo>
                  <a:lnTo>
                    <a:pt x="591" y="51"/>
                  </a:lnTo>
                  <a:lnTo>
                    <a:pt x="602" y="51"/>
                  </a:lnTo>
                  <a:lnTo>
                    <a:pt x="602" y="20"/>
                  </a:lnTo>
                  <a:lnTo>
                    <a:pt x="591" y="20"/>
                  </a:lnTo>
                  <a:close/>
                  <a:moveTo>
                    <a:pt x="570" y="20"/>
                  </a:moveTo>
                  <a:lnTo>
                    <a:pt x="570" y="51"/>
                  </a:lnTo>
                  <a:lnTo>
                    <a:pt x="581" y="51"/>
                  </a:lnTo>
                  <a:lnTo>
                    <a:pt x="581" y="20"/>
                  </a:lnTo>
                  <a:lnTo>
                    <a:pt x="570" y="20"/>
                  </a:lnTo>
                  <a:close/>
                  <a:moveTo>
                    <a:pt x="548" y="20"/>
                  </a:moveTo>
                  <a:lnTo>
                    <a:pt x="548" y="51"/>
                  </a:lnTo>
                  <a:lnTo>
                    <a:pt x="560" y="51"/>
                  </a:lnTo>
                  <a:lnTo>
                    <a:pt x="560" y="20"/>
                  </a:lnTo>
                  <a:lnTo>
                    <a:pt x="548" y="20"/>
                  </a:lnTo>
                  <a:close/>
                  <a:moveTo>
                    <a:pt x="527" y="20"/>
                  </a:moveTo>
                  <a:lnTo>
                    <a:pt x="527" y="51"/>
                  </a:lnTo>
                  <a:lnTo>
                    <a:pt x="538" y="51"/>
                  </a:lnTo>
                  <a:lnTo>
                    <a:pt x="538" y="20"/>
                  </a:lnTo>
                  <a:lnTo>
                    <a:pt x="527" y="20"/>
                  </a:lnTo>
                  <a:close/>
                  <a:moveTo>
                    <a:pt x="507" y="20"/>
                  </a:moveTo>
                  <a:lnTo>
                    <a:pt x="507" y="51"/>
                  </a:lnTo>
                  <a:lnTo>
                    <a:pt x="517" y="51"/>
                  </a:lnTo>
                  <a:lnTo>
                    <a:pt x="517" y="20"/>
                  </a:lnTo>
                  <a:lnTo>
                    <a:pt x="507" y="20"/>
                  </a:lnTo>
                  <a:close/>
                  <a:moveTo>
                    <a:pt x="484" y="20"/>
                  </a:moveTo>
                  <a:lnTo>
                    <a:pt x="484" y="51"/>
                  </a:lnTo>
                  <a:lnTo>
                    <a:pt x="496" y="51"/>
                  </a:lnTo>
                  <a:lnTo>
                    <a:pt x="496" y="20"/>
                  </a:lnTo>
                  <a:lnTo>
                    <a:pt x="484" y="20"/>
                  </a:lnTo>
                  <a:close/>
                  <a:moveTo>
                    <a:pt x="463" y="20"/>
                  </a:moveTo>
                  <a:lnTo>
                    <a:pt x="463" y="51"/>
                  </a:lnTo>
                  <a:lnTo>
                    <a:pt x="474" y="51"/>
                  </a:lnTo>
                  <a:lnTo>
                    <a:pt x="474" y="20"/>
                  </a:lnTo>
                  <a:lnTo>
                    <a:pt x="463" y="20"/>
                  </a:lnTo>
                  <a:close/>
                  <a:moveTo>
                    <a:pt x="443" y="20"/>
                  </a:moveTo>
                  <a:lnTo>
                    <a:pt x="443" y="51"/>
                  </a:lnTo>
                  <a:lnTo>
                    <a:pt x="453" y="51"/>
                  </a:lnTo>
                  <a:lnTo>
                    <a:pt x="453" y="20"/>
                  </a:lnTo>
                  <a:lnTo>
                    <a:pt x="443" y="20"/>
                  </a:lnTo>
                  <a:close/>
                  <a:moveTo>
                    <a:pt x="420" y="20"/>
                  </a:moveTo>
                  <a:lnTo>
                    <a:pt x="420" y="51"/>
                  </a:lnTo>
                  <a:lnTo>
                    <a:pt x="431" y="51"/>
                  </a:lnTo>
                  <a:lnTo>
                    <a:pt x="431" y="20"/>
                  </a:lnTo>
                  <a:lnTo>
                    <a:pt x="420" y="20"/>
                  </a:lnTo>
                  <a:close/>
                  <a:moveTo>
                    <a:pt x="400" y="20"/>
                  </a:moveTo>
                  <a:lnTo>
                    <a:pt x="400" y="51"/>
                  </a:lnTo>
                  <a:lnTo>
                    <a:pt x="410" y="51"/>
                  </a:lnTo>
                  <a:lnTo>
                    <a:pt x="410" y="20"/>
                  </a:lnTo>
                  <a:lnTo>
                    <a:pt x="400" y="20"/>
                  </a:lnTo>
                  <a:close/>
                  <a:moveTo>
                    <a:pt x="377" y="20"/>
                  </a:moveTo>
                  <a:lnTo>
                    <a:pt x="377" y="51"/>
                  </a:lnTo>
                  <a:lnTo>
                    <a:pt x="389" y="51"/>
                  </a:lnTo>
                  <a:lnTo>
                    <a:pt x="389" y="20"/>
                  </a:lnTo>
                  <a:lnTo>
                    <a:pt x="377" y="20"/>
                  </a:lnTo>
                  <a:close/>
                  <a:moveTo>
                    <a:pt x="357" y="20"/>
                  </a:moveTo>
                  <a:lnTo>
                    <a:pt x="357" y="51"/>
                  </a:lnTo>
                  <a:lnTo>
                    <a:pt x="367" y="51"/>
                  </a:lnTo>
                  <a:lnTo>
                    <a:pt x="367" y="20"/>
                  </a:lnTo>
                  <a:lnTo>
                    <a:pt x="357" y="20"/>
                  </a:lnTo>
                  <a:close/>
                  <a:moveTo>
                    <a:pt x="336" y="20"/>
                  </a:moveTo>
                  <a:lnTo>
                    <a:pt x="336" y="51"/>
                  </a:lnTo>
                  <a:lnTo>
                    <a:pt x="346" y="51"/>
                  </a:lnTo>
                  <a:lnTo>
                    <a:pt x="346" y="20"/>
                  </a:lnTo>
                  <a:lnTo>
                    <a:pt x="336" y="20"/>
                  </a:lnTo>
                  <a:close/>
                  <a:moveTo>
                    <a:pt x="313" y="20"/>
                  </a:moveTo>
                  <a:lnTo>
                    <a:pt x="313" y="51"/>
                  </a:lnTo>
                  <a:lnTo>
                    <a:pt x="324" y="51"/>
                  </a:lnTo>
                  <a:lnTo>
                    <a:pt x="324" y="20"/>
                  </a:lnTo>
                  <a:lnTo>
                    <a:pt x="313" y="20"/>
                  </a:lnTo>
                  <a:close/>
                  <a:moveTo>
                    <a:pt x="293" y="20"/>
                  </a:moveTo>
                  <a:lnTo>
                    <a:pt x="293" y="51"/>
                  </a:lnTo>
                  <a:lnTo>
                    <a:pt x="303" y="51"/>
                  </a:lnTo>
                  <a:lnTo>
                    <a:pt x="303" y="20"/>
                  </a:lnTo>
                  <a:lnTo>
                    <a:pt x="293" y="20"/>
                  </a:lnTo>
                  <a:close/>
                  <a:moveTo>
                    <a:pt x="270" y="20"/>
                  </a:moveTo>
                  <a:lnTo>
                    <a:pt x="270" y="51"/>
                  </a:lnTo>
                  <a:lnTo>
                    <a:pt x="282" y="51"/>
                  </a:lnTo>
                  <a:lnTo>
                    <a:pt x="282" y="20"/>
                  </a:lnTo>
                  <a:lnTo>
                    <a:pt x="270" y="20"/>
                  </a:lnTo>
                  <a:close/>
                  <a:moveTo>
                    <a:pt x="79" y="0"/>
                  </a:moveTo>
                  <a:lnTo>
                    <a:pt x="153" y="0"/>
                  </a:lnTo>
                  <a:lnTo>
                    <a:pt x="165" y="10"/>
                  </a:lnTo>
                  <a:lnTo>
                    <a:pt x="175" y="0"/>
                  </a:lnTo>
                  <a:lnTo>
                    <a:pt x="250" y="0"/>
                  </a:lnTo>
                  <a:lnTo>
                    <a:pt x="260" y="10"/>
                  </a:lnTo>
                  <a:lnTo>
                    <a:pt x="270" y="0"/>
                  </a:lnTo>
                  <a:lnTo>
                    <a:pt x="624" y="0"/>
                  </a:lnTo>
                  <a:lnTo>
                    <a:pt x="634" y="10"/>
                  </a:lnTo>
                  <a:lnTo>
                    <a:pt x="646" y="0"/>
                  </a:lnTo>
                  <a:lnTo>
                    <a:pt x="720" y="0"/>
                  </a:lnTo>
                  <a:lnTo>
                    <a:pt x="731" y="10"/>
                  </a:lnTo>
                  <a:lnTo>
                    <a:pt x="741" y="0"/>
                  </a:lnTo>
                  <a:lnTo>
                    <a:pt x="817" y="0"/>
                  </a:lnTo>
                  <a:lnTo>
                    <a:pt x="827" y="10"/>
                  </a:lnTo>
                  <a:lnTo>
                    <a:pt x="827" y="84"/>
                  </a:lnTo>
                  <a:lnTo>
                    <a:pt x="817" y="84"/>
                  </a:lnTo>
                  <a:lnTo>
                    <a:pt x="817" y="20"/>
                  </a:lnTo>
                  <a:lnTo>
                    <a:pt x="807" y="20"/>
                  </a:lnTo>
                  <a:lnTo>
                    <a:pt x="807" y="84"/>
                  </a:lnTo>
                  <a:lnTo>
                    <a:pt x="720" y="84"/>
                  </a:lnTo>
                  <a:lnTo>
                    <a:pt x="720" y="20"/>
                  </a:lnTo>
                  <a:lnTo>
                    <a:pt x="710" y="20"/>
                  </a:lnTo>
                  <a:lnTo>
                    <a:pt x="710" y="84"/>
                  </a:lnTo>
                  <a:lnTo>
                    <a:pt x="624" y="84"/>
                  </a:lnTo>
                  <a:lnTo>
                    <a:pt x="624" y="63"/>
                  </a:lnTo>
                  <a:lnTo>
                    <a:pt x="613" y="63"/>
                  </a:lnTo>
                  <a:lnTo>
                    <a:pt x="613" y="84"/>
                  </a:lnTo>
                  <a:lnTo>
                    <a:pt x="602" y="84"/>
                  </a:lnTo>
                  <a:lnTo>
                    <a:pt x="602" y="63"/>
                  </a:lnTo>
                  <a:lnTo>
                    <a:pt x="591" y="63"/>
                  </a:lnTo>
                  <a:lnTo>
                    <a:pt x="591" y="84"/>
                  </a:lnTo>
                  <a:lnTo>
                    <a:pt x="581" y="84"/>
                  </a:lnTo>
                  <a:lnTo>
                    <a:pt x="581" y="63"/>
                  </a:lnTo>
                  <a:lnTo>
                    <a:pt x="570" y="63"/>
                  </a:lnTo>
                  <a:lnTo>
                    <a:pt x="570" y="84"/>
                  </a:lnTo>
                  <a:lnTo>
                    <a:pt x="560" y="84"/>
                  </a:lnTo>
                  <a:lnTo>
                    <a:pt x="560" y="63"/>
                  </a:lnTo>
                  <a:lnTo>
                    <a:pt x="548" y="63"/>
                  </a:lnTo>
                  <a:lnTo>
                    <a:pt x="548" y="84"/>
                  </a:lnTo>
                  <a:lnTo>
                    <a:pt x="538" y="84"/>
                  </a:lnTo>
                  <a:lnTo>
                    <a:pt x="538" y="63"/>
                  </a:lnTo>
                  <a:lnTo>
                    <a:pt x="527" y="63"/>
                  </a:lnTo>
                  <a:lnTo>
                    <a:pt x="527" y="84"/>
                  </a:lnTo>
                  <a:lnTo>
                    <a:pt x="517" y="84"/>
                  </a:lnTo>
                  <a:lnTo>
                    <a:pt x="517" y="63"/>
                  </a:lnTo>
                  <a:lnTo>
                    <a:pt x="507" y="63"/>
                  </a:lnTo>
                  <a:lnTo>
                    <a:pt x="507" y="84"/>
                  </a:lnTo>
                  <a:lnTo>
                    <a:pt x="496" y="84"/>
                  </a:lnTo>
                  <a:lnTo>
                    <a:pt x="496" y="63"/>
                  </a:lnTo>
                  <a:lnTo>
                    <a:pt x="484" y="63"/>
                  </a:lnTo>
                  <a:lnTo>
                    <a:pt x="484" y="84"/>
                  </a:lnTo>
                  <a:lnTo>
                    <a:pt x="474" y="84"/>
                  </a:lnTo>
                  <a:lnTo>
                    <a:pt x="474" y="63"/>
                  </a:lnTo>
                  <a:lnTo>
                    <a:pt x="463" y="63"/>
                  </a:lnTo>
                  <a:lnTo>
                    <a:pt x="463" y="84"/>
                  </a:lnTo>
                  <a:lnTo>
                    <a:pt x="453" y="84"/>
                  </a:lnTo>
                  <a:lnTo>
                    <a:pt x="453" y="63"/>
                  </a:lnTo>
                  <a:lnTo>
                    <a:pt x="443" y="63"/>
                  </a:lnTo>
                  <a:lnTo>
                    <a:pt x="443" y="84"/>
                  </a:lnTo>
                  <a:lnTo>
                    <a:pt x="431" y="84"/>
                  </a:lnTo>
                  <a:lnTo>
                    <a:pt x="431" y="63"/>
                  </a:lnTo>
                  <a:lnTo>
                    <a:pt x="420" y="63"/>
                  </a:lnTo>
                  <a:lnTo>
                    <a:pt x="420" y="84"/>
                  </a:lnTo>
                  <a:lnTo>
                    <a:pt x="410" y="84"/>
                  </a:lnTo>
                  <a:lnTo>
                    <a:pt x="410" y="63"/>
                  </a:lnTo>
                  <a:lnTo>
                    <a:pt x="400" y="63"/>
                  </a:lnTo>
                  <a:lnTo>
                    <a:pt x="400" y="84"/>
                  </a:lnTo>
                  <a:lnTo>
                    <a:pt x="389" y="84"/>
                  </a:lnTo>
                  <a:lnTo>
                    <a:pt x="389" y="63"/>
                  </a:lnTo>
                  <a:lnTo>
                    <a:pt x="377" y="63"/>
                  </a:lnTo>
                  <a:lnTo>
                    <a:pt x="377" y="84"/>
                  </a:lnTo>
                  <a:lnTo>
                    <a:pt x="367" y="84"/>
                  </a:lnTo>
                  <a:lnTo>
                    <a:pt x="367" y="63"/>
                  </a:lnTo>
                  <a:lnTo>
                    <a:pt x="357" y="63"/>
                  </a:lnTo>
                  <a:lnTo>
                    <a:pt x="357" y="84"/>
                  </a:lnTo>
                  <a:lnTo>
                    <a:pt x="346" y="84"/>
                  </a:lnTo>
                  <a:lnTo>
                    <a:pt x="346" y="63"/>
                  </a:lnTo>
                  <a:lnTo>
                    <a:pt x="336" y="63"/>
                  </a:lnTo>
                  <a:lnTo>
                    <a:pt x="336" y="84"/>
                  </a:lnTo>
                  <a:lnTo>
                    <a:pt x="324" y="84"/>
                  </a:lnTo>
                  <a:lnTo>
                    <a:pt x="324" y="63"/>
                  </a:lnTo>
                  <a:lnTo>
                    <a:pt x="313" y="63"/>
                  </a:lnTo>
                  <a:lnTo>
                    <a:pt x="313" y="84"/>
                  </a:lnTo>
                  <a:lnTo>
                    <a:pt x="303" y="84"/>
                  </a:lnTo>
                  <a:lnTo>
                    <a:pt x="303" y="63"/>
                  </a:lnTo>
                  <a:lnTo>
                    <a:pt x="293" y="63"/>
                  </a:lnTo>
                  <a:lnTo>
                    <a:pt x="293" y="84"/>
                  </a:lnTo>
                  <a:lnTo>
                    <a:pt x="282" y="84"/>
                  </a:lnTo>
                  <a:lnTo>
                    <a:pt x="282" y="63"/>
                  </a:lnTo>
                  <a:lnTo>
                    <a:pt x="270" y="63"/>
                  </a:lnTo>
                  <a:lnTo>
                    <a:pt x="270" y="84"/>
                  </a:lnTo>
                  <a:lnTo>
                    <a:pt x="186" y="84"/>
                  </a:lnTo>
                  <a:lnTo>
                    <a:pt x="186" y="20"/>
                  </a:lnTo>
                  <a:lnTo>
                    <a:pt x="175" y="20"/>
                  </a:lnTo>
                  <a:lnTo>
                    <a:pt x="175" y="84"/>
                  </a:lnTo>
                  <a:lnTo>
                    <a:pt x="89" y="84"/>
                  </a:lnTo>
                  <a:lnTo>
                    <a:pt x="89" y="20"/>
                  </a:lnTo>
                  <a:lnTo>
                    <a:pt x="79" y="20"/>
                  </a:lnTo>
                  <a:lnTo>
                    <a:pt x="79" y="84"/>
                  </a:lnTo>
                  <a:lnTo>
                    <a:pt x="0" y="84"/>
                  </a:lnTo>
                  <a:lnTo>
                    <a:pt x="0" y="63"/>
                  </a:lnTo>
                  <a:lnTo>
                    <a:pt x="68" y="63"/>
                  </a:lnTo>
                  <a:lnTo>
                    <a:pt x="68" y="10"/>
                  </a:lnTo>
                  <a:lnTo>
                    <a:pt x="79" y="0"/>
                  </a:lnTo>
                  <a:close/>
                </a:path>
              </a:pathLst>
            </a:custGeom>
            <a:solidFill>
              <a:schemeClr val="bg1">
                <a:lumMod val="8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2700"/>
            </a:p>
          </p:txBody>
        </p:sp>
        <p:sp>
          <p:nvSpPr>
            <p:cNvPr id="27" name="Freeform 8"/>
            <p:cNvSpPr>
              <a:spLocks noEditPoints="1"/>
            </p:cNvSpPr>
            <p:nvPr/>
          </p:nvSpPr>
          <p:spPr bwMode="auto">
            <a:xfrm>
              <a:off x="2587124" y="6451627"/>
              <a:ext cx="3187407" cy="175963"/>
            </a:xfrm>
            <a:custGeom>
              <a:avLst/>
              <a:gdLst>
                <a:gd name="T0" fmla="*/ 524 w 2699"/>
                <a:gd name="T1" fmla="*/ 128 h 149"/>
                <a:gd name="T2" fmla="*/ 545 w 2699"/>
                <a:gd name="T3" fmla="*/ 106 h 149"/>
                <a:gd name="T4" fmla="*/ 492 w 2699"/>
                <a:gd name="T5" fmla="*/ 106 h 149"/>
                <a:gd name="T6" fmla="*/ 512 w 2699"/>
                <a:gd name="T7" fmla="*/ 128 h 149"/>
                <a:gd name="T8" fmla="*/ 492 w 2699"/>
                <a:gd name="T9" fmla="*/ 106 h 149"/>
                <a:gd name="T10" fmla="*/ 460 w 2699"/>
                <a:gd name="T11" fmla="*/ 128 h 149"/>
                <a:gd name="T12" fmla="*/ 481 w 2699"/>
                <a:gd name="T13" fmla="*/ 106 h 149"/>
                <a:gd name="T14" fmla="*/ 428 w 2699"/>
                <a:gd name="T15" fmla="*/ 106 h 149"/>
                <a:gd name="T16" fmla="*/ 449 w 2699"/>
                <a:gd name="T17" fmla="*/ 128 h 149"/>
                <a:gd name="T18" fmla="*/ 428 w 2699"/>
                <a:gd name="T19" fmla="*/ 106 h 149"/>
                <a:gd name="T20" fmla="*/ 395 w 2699"/>
                <a:gd name="T21" fmla="*/ 128 h 149"/>
                <a:gd name="T22" fmla="*/ 417 w 2699"/>
                <a:gd name="T23" fmla="*/ 106 h 149"/>
                <a:gd name="T24" fmla="*/ 364 w 2699"/>
                <a:gd name="T25" fmla="*/ 106 h 149"/>
                <a:gd name="T26" fmla="*/ 385 w 2699"/>
                <a:gd name="T27" fmla="*/ 128 h 149"/>
                <a:gd name="T28" fmla="*/ 364 w 2699"/>
                <a:gd name="T29" fmla="*/ 106 h 149"/>
                <a:gd name="T30" fmla="*/ 331 w 2699"/>
                <a:gd name="T31" fmla="*/ 128 h 149"/>
                <a:gd name="T32" fmla="*/ 354 w 2699"/>
                <a:gd name="T33" fmla="*/ 106 h 149"/>
                <a:gd name="T34" fmla="*/ 300 w 2699"/>
                <a:gd name="T35" fmla="*/ 106 h 149"/>
                <a:gd name="T36" fmla="*/ 321 w 2699"/>
                <a:gd name="T37" fmla="*/ 128 h 149"/>
                <a:gd name="T38" fmla="*/ 300 w 2699"/>
                <a:gd name="T39" fmla="*/ 106 h 149"/>
                <a:gd name="T40" fmla="*/ 214 w 2699"/>
                <a:gd name="T41" fmla="*/ 128 h 149"/>
                <a:gd name="T42" fmla="*/ 278 w 2699"/>
                <a:gd name="T43" fmla="*/ 106 h 149"/>
                <a:gd name="T44" fmla="*/ 171 w 2699"/>
                <a:gd name="T45" fmla="*/ 85 h 149"/>
                <a:gd name="T46" fmla="*/ 192 w 2699"/>
                <a:gd name="T47" fmla="*/ 106 h 149"/>
                <a:gd name="T48" fmla="*/ 171 w 2699"/>
                <a:gd name="T49" fmla="*/ 85 h 149"/>
                <a:gd name="T50" fmla="*/ 21 w 2699"/>
                <a:gd name="T51" fmla="*/ 106 h 149"/>
                <a:gd name="T52" fmla="*/ 150 w 2699"/>
                <a:gd name="T53" fmla="*/ 128 h 149"/>
                <a:gd name="T54" fmla="*/ 128 w 2699"/>
                <a:gd name="T55" fmla="*/ 85 h 149"/>
                <a:gd name="T56" fmla="*/ 214 w 2699"/>
                <a:gd name="T57" fmla="*/ 65 h 149"/>
                <a:gd name="T58" fmla="*/ 278 w 2699"/>
                <a:gd name="T59" fmla="*/ 85 h 149"/>
                <a:gd name="T60" fmla="*/ 214 w 2699"/>
                <a:gd name="T61" fmla="*/ 65 h 149"/>
                <a:gd name="T62" fmla="*/ 21 w 2699"/>
                <a:gd name="T63" fmla="*/ 63 h 149"/>
                <a:gd name="T64" fmla="*/ 150 w 2699"/>
                <a:gd name="T65" fmla="*/ 85 h 149"/>
                <a:gd name="T66" fmla="*/ 128 w 2699"/>
                <a:gd name="T67" fmla="*/ 43 h 149"/>
                <a:gd name="T68" fmla="*/ 171 w 2699"/>
                <a:gd name="T69" fmla="*/ 43 h 149"/>
                <a:gd name="T70" fmla="*/ 192 w 2699"/>
                <a:gd name="T71" fmla="*/ 63 h 149"/>
                <a:gd name="T72" fmla="*/ 171 w 2699"/>
                <a:gd name="T73" fmla="*/ 43 h 149"/>
                <a:gd name="T74" fmla="*/ 21 w 2699"/>
                <a:gd name="T75" fmla="*/ 0 h 149"/>
                <a:gd name="T76" fmla="*/ 128 w 2699"/>
                <a:gd name="T77" fmla="*/ 22 h 149"/>
                <a:gd name="T78" fmla="*/ 150 w 2699"/>
                <a:gd name="T79" fmla="*/ 22 h 149"/>
                <a:gd name="T80" fmla="*/ 214 w 2699"/>
                <a:gd name="T81" fmla="*/ 43 h 149"/>
                <a:gd name="T82" fmla="*/ 288 w 2699"/>
                <a:gd name="T83" fmla="*/ 65 h 149"/>
                <a:gd name="T84" fmla="*/ 557 w 2699"/>
                <a:gd name="T85" fmla="*/ 85 h 149"/>
                <a:gd name="T86" fmla="*/ 663 w 2699"/>
                <a:gd name="T87" fmla="*/ 106 h 149"/>
                <a:gd name="T88" fmla="*/ 706 w 2699"/>
                <a:gd name="T89" fmla="*/ 108 h 149"/>
                <a:gd name="T90" fmla="*/ 2699 w 2699"/>
                <a:gd name="T91" fmla="*/ 128 h 149"/>
                <a:gd name="T92" fmla="*/ 728 w 2699"/>
                <a:gd name="T93" fmla="*/ 149 h 149"/>
                <a:gd name="T94" fmla="*/ 663 w 2699"/>
                <a:gd name="T95" fmla="*/ 128 h 149"/>
                <a:gd name="T96" fmla="*/ 557 w 2699"/>
                <a:gd name="T97" fmla="*/ 106 h 149"/>
                <a:gd name="T98" fmla="*/ 642 w 2699"/>
                <a:gd name="T99" fmla="*/ 128 h 149"/>
                <a:gd name="T100" fmla="*/ 192 w 2699"/>
                <a:gd name="T101" fmla="*/ 149 h 149"/>
                <a:gd name="T102" fmla="*/ 171 w 2699"/>
                <a:gd name="T103" fmla="*/ 128 h 149"/>
                <a:gd name="T104" fmla="*/ 150 w 2699"/>
                <a:gd name="T105" fmla="*/ 149 h 149"/>
                <a:gd name="T106" fmla="*/ 21 w 2699"/>
                <a:gd name="T107" fmla="*/ 128 h 149"/>
                <a:gd name="T108" fmla="*/ 0 w 2699"/>
                <a:gd name="T109" fmla="*/ 149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99" h="149">
                  <a:moveTo>
                    <a:pt x="524" y="106"/>
                  </a:moveTo>
                  <a:lnTo>
                    <a:pt x="524" y="128"/>
                  </a:lnTo>
                  <a:lnTo>
                    <a:pt x="545" y="128"/>
                  </a:lnTo>
                  <a:lnTo>
                    <a:pt x="545" y="106"/>
                  </a:lnTo>
                  <a:lnTo>
                    <a:pt x="524" y="106"/>
                  </a:lnTo>
                  <a:close/>
                  <a:moveTo>
                    <a:pt x="492" y="106"/>
                  </a:moveTo>
                  <a:lnTo>
                    <a:pt x="492" y="128"/>
                  </a:lnTo>
                  <a:lnTo>
                    <a:pt x="512" y="128"/>
                  </a:lnTo>
                  <a:lnTo>
                    <a:pt x="512" y="106"/>
                  </a:lnTo>
                  <a:lnTo>
                    <a:pt x="492" y="106"/>
                  </a:lnTo>
                  <a:close/>
                  <a:moveTo>
                    <a:pt x="460" y="106"/>
                  </a:moveTo>
                  <a:lnTo>
                    <a:pt x="460" y="128"/>
                  </a:lnTo>
                  <a:lnTo>
                    <a:pt x="481" y="128"/>
                  </a:lnTo>
                  <a:lnTo>
                    <a:pt x="481" y="106"/>
                  </a:lnTo>
                  <a:lnTo>
                    <a:pt x="460" y="106"/>
                  </a:lnTo>
                  <a:close/>
                  <a:moveTo>
                    <a:pt x="428" y="106"/>
                  </a:moveTo>
                  <a:lnTo>
                    <a:pt x="428" y="128"/>
                  </a:lnTo>
                  <a:lnTo>
                    <a:pt x="449" y="128"/>
                  </a:lnTo>
                  <a:lnTo>
                    <a:pt x="449" y="106"/>
                  </a:lnTo>
                  <a:lnTo>
                    <a:pt x="428" y="106"/>
                  </a:lnTo>
                  <a:close/>
                  <a:moveTo>
                    <a:pt x="395" y="106"/>
                  </a:moveTo>
                  <a:lnTo>
                    <a:pt x="395" y="128"/>
                  </a:lnTo>
                  <a:lnTo>
                    <a:pt x="417" y="128"/>
                  </a:lnTo>
                  <a:lnTo>
                    <a:pt x="417" y="106"/>
                  </a:lnTo>
                  <a:lnTo>
                    <a:pt x="395" y="106"/>
                  </a:lnTo>
                  <a:close/>
                  <a:moveTo>
                    <a:pt x="364" y="106"/>
                  </a:moveTo>
                  <a:lnTo>
                    <a:pt x="364" y="128"/>
                  </a:lnTo>
                  <a:lnTo>
                    <a:pt x="385" y="128"/>
                  </a:lnTo>
                  <a:lnTo>
                    <a:pt x="385" y="106"/>
                  </a:lnTo>
                  <a:lnTo>
                    <a:pt x="364" y="106"/>
                  </a:lnTo>
                  <a:close/>
                  <a:moveTo>
                    <a:pt x="331" y="106"/>
                  </a:moveTo>
                  <a:lnTo>
                    <a:pt x="331" y="128"/>
                  </a:lnTo>
                  <a:lnTo>
                    <a:pt x="354" y="128"/>
                  </a:lnTo>
                  <a:lnTo>
                    <a:pt x="354" y="106"/>
                  </a:lnTo>
                  <a:lnTo>
                    <a:pt x="331" y="106"/>
                  </a:lnTo>
                  <a:close/>
                  <a:moveTo>
                    <a:pt x="300" y="106"/>
                  </a:moveTo>
                  <a:lnTo>
                    <a:pt x="300" y="128"/>
                  </a:lnTo>
                  <a:lnTo>
                    <a:pt x="321" y="128"/>
                  </a:lnTo>
                  <a:lnTo>
                    <a:pt x="321" y="106"/>
                  </a:lnTo>
                  <a:lnTo>
                    <a:pt x="300" y="106"/>
                  </a:lnTo>
                  <a:close/>
                  <a:moveTo>
                    <a:pt x="214" y="106"/>
                  </a:moveTo>
                  <a:lnTo>
                    <a:pt x="214" y="128"/>
                  </a:lnTo>
                  <a:lnTo>
                    <a:pt x="278" y="128"/>
                  </a:lnTo>
                  <a:lnTo>
                    <a:pt x="278" y="106"/>
                  </a:lnTo>
                  <a:lnTo>
                    <a:pt x="214" y="106"/>
                  </a:lnTo>
                  <a:close/>
                  <a:moveTo>
                    <a:pt x="171" y="85"/>
                  </a:moveTo>
                  <a:lnTo>
                    <a:pt x="171" y="106"/>
                  </a:lnTo>
                  <a:lnTo>
                    <a:pt x="192" y="106"/>
                  </a:lnTo>
                  <a:lnTo>
                    <a:pt x="192" y="85"/>
                  </a:lnTo>
                  <a:lnTo>
                    <a:pt x="171" y="85"/>
                  </a:lnTo>
                  <a:close/>
                  <a:moveTo>
                    <a:pt x="21" y="85"/>
                  </a:moveTo>
                  <a:lnTo>
                    <a:pt x="21" y="106"/>
                  </a:lnTo>
                  <a:lnTo>
                    <a:pt x="128" y="106"/>
                  </a:lnTo>
                  <a:lnTo>
                    <a:pt x="150" y="128"/>
                  </a:lnTo>
                  <a:lnTo>
                    <a:pt x="150" y="106"/>
                  </a:lnTo>
                  <a:lnTo>
                    <a:pt x="128" y="85"/>
                  </a:lnTo>
                  <a:lnTo>
                    <a:pt x="21" y="85"/>
                  </a:lnTo>
                  <a:close/>
                  <a:moveTo>
                    <a:pt x="214" y="65"/>
                  </a:moveTo>
                  <a:lnTo>
                    <a:pt x="214" y="85"/>
                  </a:lnTo>
                  <a:lnTo>
                    <a:pt x="278" y="85"/>
                  </a:lnTo>
                  <a:lnTo>
                    <a:pt x="278" y="65"/>
                  </a:lnTo>
                  <a:lnTo>
                    <a:pt x="214" y="65"/>
                  </a:lnTo>
                  <a:close/>
                  <a:moveTo>
                    <a:pt x="21" y="43"/>
                  </a:moveTo>
                  <a:lnTo>
                    <a:pt x="21" y="63"/>
                  </a:lnTo>
                  <a:lnTo>
                    <a:pt x="128" y="63"/>
                  </a:lnTo>
                  <a:lnTo>
                    <a:pt x="150" y="85"/>
                  </a:lnTo>
                  <a:lnTo>
                    <a:pt x="150" y="63"/>
                  </a:lnTo>
                  <a:lnTo>
                    <a:pt x="128" y="43"/>
                  </a:lnTo>
                  <a:lnTo>
                    <a:pt x="21" y="43"/>
                  </a:lnTo>
                  <a:close/>
                  <a:moveTo>
                    <a:pt x="171" y="43"/>
                  </a:moveTo>
                  <a:lnTo>
                    <a:pt x="171" y="63"/>
                  </a:lnTo>
                  <a:lnTo>
                    <a:pt x="192" y="63"/>
                  </a:lnTo>
                  <a:lnTo>
                    <a:pt x="192" y="43"/>
                  </a:lnTo>
                  <a:lnTo>
                    <a:pt x="171" y="43"/>
                  </a:lnTo>
                  <a:close/>
                  <a:moveTo>
                    <a:pt x="0" y="0"/>
                  </a:moveTo>
                  <a:lnTo>
                    <a:pt x="21" y="0"/>
                  </a:lnTo>
                  <a:lnTo>
                    <a:pt x="21" y="22"/>
                  </a:lnTo>
                  <a:lnTo>
                    <a:pt x="128" y="22"/>
                  </a:lnTo>
                  <a:lnTo>
                    <a:pt x="150" y="43"/>
                  </a:lnTo>
                  <a:lnTo>
                    <a:pt x="150" y="22"/>
                  </a:lnTo>
                  <a:lnTo>
                    <a:pt x="214" y="22"/>
                  </a:lnTo>
                  <a:lnTo>
                    <a:pt x="214" y="43"/>
                  </a:lnTo>
                  <a:lnTo>
                    <a:pt x="288" y="43"/>
                  </a:lnTo>
                  <a:lnTo>
                    <a:pt x="288" y="65"/>
                  </a:lnTo>
                  <a:lnTo>
                    <a:pt x="557" y="65"/>
                  </a:lnTo>
                  <a:lnTo>
                    <a:pt x="557" y="85"/>
                  </a:lnTo>
                  <a:lnTo>
                    <a:pt x="642" y="85"/>
                  </a:lnTo>
                  <a:lnTo>
                    <a:pt x="663" y="106"/>
                  </a:lnTo>
                  <a:lnTo>
                    <a:pt x="706" y="106"/>
                  </a:lnTo>
                  <a:lnTo>
                    <a:pt x="706" y="108"/>
                  </a:lnTo>
                  <a:lnTo>
                    <a:pt x="728" y="128"/>
                  </a:lnTo>
                  <a:lnTo>
                    <a:pt x="2699" y="128"/>
                  </a:lnTo>
                  <a:lnTo>
                    <a:pt x="2699" y="149"/>
                  </a:lnTo>
                  <a:lnTo>
                    <a:pt x="728" y="149"/>
                  </a:lnTo>
                  <a:lnTo>
                    <a:pt x="706" y="128"/>
                  </a:lnTo>
                  <a:lnTo>
                    <a:pt x="663" y="128"/>
                  </a:lnTo>
                  <a:lnTo>
                    <a:pt x="642" y="106"/>
                  </a:lnTo>
                  <a:lnTo>
                    <a:pt x="557" y="106"/>
                  </a:lnTo>
                  <a:lnTo>
                    <a:pt x="557" y="128"/>
                  </a:lnTo>
                  <a:lnTo>
                    <a:pt x="642" y="128"/>
                  </a:lnTo>
                  <a:lnTo>
                    <a:pt x="663" y="149"/>
                  </a:lnTo>
                  <a:lnTo>
                    <a:pt x="192" y="149"/>
                  </a:lnTo>
                  <a:lnTo>
                    <a:pt x="192" y="128"/>
                  </a:lnTo>
                  <a:lnTo>
                    <a:pt x="171" y="128"/>
                  </a:lnTo>
                  <a:lnTo>
                    <a:pt x="171" y="149"/>
                  </a:lnTo>
                  <a:lnTo>
                    <a:pt x="150" y="149"/>
                  </a:lnTo>
                  <a:lnTo>
                    <a:pt x="128" y="128"/>
                  </a:lnTo>
                  <a:lnTo>
                    <a:pt x="21" y="128"/>
                  </a:lnTo>
                  <a:lnTo>
                    <a:pt x="21" y="149"/>
                  </a:lnTo>
                  <a:lnTo>
                    <a:pt x="0" y="149"/>
                  </a:lnTo>
                  <a:lnTo>
                    <a:pt x="0" y="0"/>
                  </a:lnTo>
                  <a:close/>
                </a:path>
              </a:pathLst>
            </a:custGeom>
            <a:solidFill>
              <a:schemeClr val="bg1">
                <a:lumMod val="8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2700"/>
            </a:p>
          </p:txBody>
        </p:sp>
        <p:sp>
          <p:nvSpPr>
            <p:cNvPr id="29" name="Freeform 9"/>
            <p:cNvSpPr>
              <a:spLocks noEditPoints="1"/>
            </p:cNvSpPr>
            <p:nvPr/>
          </p:nvSpPr>
          <p:spPr bwMode="auto">
            <a:xfrm>
              <a:off x="2208036" y="6426827"/>
              <a:ext cx="353107" cy="200763"/>
            </a:xfrm>
            <a:custGeom>
              <a:avLst/>
              <a:gdLst>
                <a:gd name="T0" fmla="*/ 171 w 299"/>
                <a:gd name="T1" fmla="*/ 106 h 170"/>
                <a:gd name="T2" fmla="*/ 171 w 299"/>
                <a:gd name="T3" fmla="*/ 127 h 170"/>
                <a:gd name="T4" fmla="*/ 193 w 299"/>
                <a:gd name="T5" fmla="*/ 127 h 170"/>
                <a:gd name="T6" fmla="*/ 193 w 299"/>
                <a:gd name="T7" fmla="*/ 106 h 170"/>
                <a:gd name="T8" fmla="*/ 171 w 299"/>
                <a:gd name="T9" fmla="*/ 106 h 170"/>
                <a:gd name="T10" fmla="*/ 21 w 299"/>
                <a:gd name="T11" fmla="*/ 86 h 170"/>
                <a:gd name="T12" fmla="*/ 21 w 299"/>
                <a:gd name="T13" fmla="*/ 106 h 170"/>
                <a:gd name="T14" fmla="*/ 128 w 299"/>
                <a:gd name="T15" fmla="*/ 106 h 170"/>
                <a:gd name="T16" fmla="*/ 150 w 299"/>
                <a:gd name="T17" fmla="*/ 127 h 170"/>
                <a:gd name="T18" fmla="*/ 150 w 299"/>
                <a:gd name="T19" fmla="*/ 106 h 170"/>
                <a:gd name="T20" fmla="*/ 128 w 299"/>
                <a:gd name="T21" fmla="*/ 86 h 170"/>
                <a:gd name="T22" fmla="*/ 21 w 299"/>
                <a:gd name="T23" fmla="*/ 86 h 170"/>
                <a:gd name="T24" fmla="*/ 171 w 299"/>
                <a:gd name="T25" fmla="*/ 64 h 170"/>
                <a:gd name="T26" fmla="*/ 171 w 299"/>
                <a:gd name="T27" fmla="*/ 86 h 170"/>
                <a:gd name="T28" fmla="*/ 193 w 299"/>
                <a:gd name="T29" fmla="*/ 86 h 170"/>
                <a:gd name="T30" fmla="*/ 193 w 299"/>
                <a:gd name="T31" fmla="*/ 64 h 170"/>
                <a:gd name="T32" fmla="*/ 171 w 299"/>
                <a:gd name="T33" fmla="*/ 64 h 170"/>
                <a:gd name="T34" fmla="*/ 21 w 299"/>
                <a:gd name="T35" fmla="*/ 43 h 170"/>
                <a:gd name="T36" fmla="*/ 21 w 299"/>
                <a:gd name="T37" fmla="*/ 64 h 170"/>
                <a:gd name="T38" fmla="*/ 128 w 299"/>
                <a:gd name="T39" fmla="*/ 64 h 170"/>
                <a:gd name="T40" fmla="*/ 150 w 299"/>
                <a:gd name="T41" fmla="*/ 84 h 170"/>
                <a:gd name="T42" fmla="*/ 150 w 299"/>
                <a:gd name="T43" fmla="*/ 64 h 170"/>
                <a:gd name="T44" fmla="*/ 128 w 299"/>
                <a:gd name="T45" fmla="*/ 43 h 170"/>
                <a:gd name="T46" fmla="*/ 21 w 299"/>
                <a:gd name="T47" fmla="*/ 43 h 170"/>
                <a:gd name="T48" fmla="*/ 0 w 299"/>
                <a:gd name="T49" fmla="*/ 0 h 170"/>
                <a:gd name="T50" fmla="*/ 21 w 299"/>
                <a:gd name="T51" fmla="*/ 0 h 170"/>
                <a:gd name="T52" fmla="*/ 21 w 299"/>
                <a:gd name="T53" fmla="*/ 21 h 170"/>
                <a:gd name="T54" fmla="*/ 128 w 299"/>
                <a:gd name="T55" fmla="*/ 21 h 170"/>
                <a:gd name="T56" fmla="*/ 150 w 299"/>
                <a:gd name="T57" fmla="*/ 43 h 170"/>
                <a:gd name="T58" fmla="*/ 150 w 299"/>
                <a:gd name="T59" fmla="*/ 21 h 170"/>
                <a:gd name="T60" fmla="*/ 214 w 299"/>
                <a:gd name="T61" fmla="*/ 21 h 170"/>
                <a:gd name="T62" fmla="*/ 214 w 299"/>
                <a:gd name="T63" fmla="*/ 43 h 170"/>
                <a:gd name="T64" fmla="*/ 299 w 299"/>
                <a:gd name="T65" fmla="*/ 43 h 170"/>
                <a:gd name="T66" fmla="*/ 299 w 299"/>
                <a:gd name="T67" fmla="*/ 64 h 170"/>
                <a:gd name="T68" fmla="*/ 214 w 299"/>
                <a:gd name="T69" fmla="*/ 64 h 170"/>
                <a:gd name="T70" fmla="*/ 214 w 299"/>
                <a:gd name="T71" fmla="*/ 84 h 170"/>
                <a:gd name="T72" fmla="*/ 299 w 299"/>
                <a:gd name="T73" fmla="*/ 84 h 170"/>
                <a:gd name="T74" fmla="*/ 299 w 299"/>
                <a:gd name="T75" fmla="*/ 106 h 170"/>
                <a:gd name="T76" fmla="*/ 214 w 299"/>
                <a:gd name="T77" fmla="*/ 106 h 170"/>
                <a:gd name="T78" fmla="*/ 214 w 299"/>
                <a:gd name="T79" fmla="*/ 127 h 170"/>
                <a:gd name="T80" fmla="*/ 299 w 299"/>
                <a:gd name="T81" fmla="*/ 127 h 170"/>
                <a:gd name="T82" fmla="*/ 299 w 299"/>
                <a:gd name="T83" fmla="*/ 149 h 170"/>
                <a:gd name="T84" fmla="*/ 214 w 299"/>
                <a:gd name="T85" fmla="*/ 149 h 170"/>
                <a:gd name="T86" fmla="*/ 214 w 299"/>
                <a:gd name="T87" fmla="*/ 170 h 170"/>
                <a:gd name="T88" fmla="*/ 193 w 299"/>
                <a:gd name="T89" fmla="*/ 170 h 170"/>
                <a:gd name="T90" fmla="*/ 193 w 299"/>
                <a:gd name="T91" fmla="*/ 149 h 170"/>
                <a:gd name="T92" fmla="*/ 171 w 299"/>
                <a:gd name="T93" fmla="*/ 149 h 170"/>
                <a:gd name="T94" fmla="*/ 171 w 299"/>
                <a:gd name="T95" fmla="*/ 170 h 170"/>
                <a:gd name="T96" fmla="*/ 150 w 299"/>
                <a:gd name="T97" fmla="*/ 170 h 170"/>
                <a:gd name="T98" fmla="*/ 150 w 299"/>
                <a:gd name="T99" fmla="*/ 149 h 170"/>
                <a:gd name="T100" fmla="*/ 128 w 299"/>
                <a:gd name="T101" fmla="*/ 127 h 170"/>
                <a:gd name="T102" fmla="*/ 21 w 299"/>
                <a:gd name="T103" fmla="*/ 127 h 170"/>
                <a:gd name="T104" fmla="*/ 21 w 299"/>
                <a:gd name="T105" fmla="*/ 149 h 170"/>
                <a:gd name="T106" fmla="*/ 128 w 299"/>
                <a:gd name="T107" fmla="*/ 149 h 170"/>
                <a:gd name="T108" fmla="*/ 150 w 299"/>
                <a:gd name="T109" fmla="*/ 170 h 170"/>
                <a:gd name="T110" fmla="*/ 0 w 299"/>
                <a:gd name="T111" fmla="*/ 170 h 170"/>
                <a:gd name="T112" fmla="*/ 0 w 299"/>
                <a:gd name="T11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9" h="170">
                  <a:moveTo>
                    <a:pt x="171" y="106"/>
                  </a:moveTo>
                  <a:lnTo>
                    <a:pt x="171" y="127"/>
                  </a:lnTo>
                  <a:lnTo>
                    <a:pt x="193" y="127"/>
                  </a:lnTo>
                  <a:lnTo>
                    <a:pt x="193" y="106"/>
                  </a:lnTo>
                  <a:lnTo>
                    <a:pt x="171" y="106"/>
                  </a:lnTo>
                  <a:close/>
                  <a:moveTo>
                    <a:pt x="21" y="86"/>
                  </a:moveTo>
                  <a:lnTo>
                    <a:pt x="21" y="106"/>
                  </a:lnTo>
                  <a:lnTo>
                    <a:pt x="128" y="106"/>
                  </a:lnTo>
                  <a:lnTo>
                    <a:pt x="150" y="127"/>
                  </a:lnTo>
                  <a:lnTo>
                    <a:pt x="150" y="106"/>
                  </a:lnTo>
                  <a:lnTo>
                    <a:pt x="128" y="86"/>
                  </a:lnTo>
                  <a:lnTo>
                    <a:pt x="21" y="86"/>
                  </a:lnTo>
                  <a:close/>
                  <a:moveTo>
                    <a:pt x="171" y="64"/>
                  </a:moveTo>
                  <a:lnTo>
                    <a:pt x="171" y="86"/>
                  </a:lnTo>
                  <a:lnTo>
                    <a:pt x="193" y="86"/>
                  </a:lnTo>
                  <a:lnTo>
                    <a:pt x="193" y="64"/>
                  </a:lnTo>
                  <a:lnTo>
                    <a:pt x="171" y="64"/>
                  </a:lnTo>
                  <a:close/>
                  <a:moveTo>
                    <a:pt x="21" y="43"/>
                  </a:moveTo>
                  <a:lnTo>
                    <a:pt x="21" y="64"/>
                  </a:lnTo>
                  <a:lnTo>
                    <a:pt x="128" y="64"/>
                  </a:lnTo>
                  <a:lnTo>
                    <a:pt x="150" y="84"/>
                  </a:lnTo>
                  <a:lnTo>
                    <a:pt x="150" y="64"/>
                  </a:lnTo>
                  <a:lnTo>
                    <a:pt x="128" y="43"/>
                  </a:lnTo>
                  <a:lnTo>
                    <a:pt x="21" y="43"/>
                  </a:lnTo>
                  <a:close/>
                  <a:moveTo>
                    <a:pt x="0" y="0"/>
                  </a:moveTo>
                  <a:lnTo>
                    <a:pt x="21" y="0"/>
                  </a:lnTo>
                  <a:lnTo>
                    <a:pt x="21" y="21"/>
                  </a:lnTo>
                  <a:lnTo>
                    <a:pt x="128" y="21"/>
                  </a:lnTo>
                  <a:lnTo>
                    <a:pt x="150" y="43"/>
                  </a:lnTo>
                  <a:lnTo>
                    <a:pt x="150" y="21"/>
                  </a:lnTo>
                  <a:lnTo>
                    <a:pt x="214" y="21"/>
                  </a:lnTo>
                  <a:lnTo>
                    <a:pt x="214" y="43"/>
                  </a:lnTo>
                  <a:lnTo>
                    <a:pt x="299" y="43"/>
                  </a:lnTo>
                  <a:lnTo>
                    <a:pt x="299" y="64"/>
                  </a:lnTo>
                  <a:lnTo>
                    <a:pt x="214" y="64"/>
                  </a:lnTo>
                  <a:lnTo>
                    <a:pt x="214" y="84"/>
                  </a:lnTo>
                  <a:lnTo>
                    <a:pt x="299" y="84"/>
                  </a:lnTo>
                  <a:lnTo>
                    <a:pt x="299" y="106"/>
                  </a:lnTo>
                  <a:lnTo>
                    <a:pt x="214" y="106"/>
                  </a:lnTo>
                  <a:lnTo>
                    <a:pt x="214" y="127"/>
                  </a:lnTo>
                  <a:lnTo>
                    <a:pt x="299" y="127"/>
                  </a:lnTo>
                  <a:lnTo>
                    <a:pt x="299" y="149"/>
                  </a:lnTo>
                  <a:lnTo>
                    <a:pt x="214" y="149"/>
                  </a:lnTo>
                  <a:lnTo>
                    <a:pt x="214" y="170"/>
                  </a:lnTo>
                  <a:lnTo>
                    <a:pt x="193" y="170"/>
                  </a:lnTo>
                  <a:lnTo>
                    <a:pt x="193" y="149"/>
                  </a:lnTo>
                  <a:lnTo>
                    <a:pt x="171" y="149"/>
                  </a:lnTo>
                  <a:lnTo>
                    <a:pt x="171" y="170"/>
                  </a:lnTo>
                  <a:lnTo>
                    <a:pt x="150" y="170"/>
                  </a:lnTo>
                  <a:lnTo>
                    <a:pt x="150" y="149"/>
                  </a:lnTo>
                  <a:lnTo>
                    <a:pt x="128" y="127"/>
                  </a:lnTo>
                  <a:lnTo>
                    <a:pt x="21" y="127"/>
                  </a:lnTo>
                  <a:lnTo>
                    <a:pt x="21" y="149"/>
                  </a:lnTo>
                  <a:lnTo>
                    <a:pt x="128" y="149"/>
                  </a:lnTo>
                  <a:lnTo>
                    <a:pt x="150" y="170"/>
                  </a:lnTo>
                  <a:lnTo>
                    <a:pt x="0" y="170"/>
                  </a:lnTo>
                  <a:lnTo>
                    <a:pt x="0" y="0"/>
                  </a:lnTo>
                  <a:close/>
                </a:path>
              </a:pathLst>
            </a:custGeom>
            <a:solidFill>
              <a:schemeClr val="bg1">
                <a:lumMod val="8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2700"/>
            </a:p>
          </p:txBody>
        </p:sp>
        <p:sp>
          <p:nvSpPr>
            <p:cNvPr id="30" name="Freeform 10"/>
            <p:cNvSpPr>
              <a:spLocks noEditPoints="1"/>
            </p:cNvSpPr>
            <p:nvPr/>
          </p:nvSpPr>
          <p:spPr bwMode="auto">
            <a:xfrm>
              <a:off x="1538433" y="6502408"/>
              <a:ext cx="655432" cy="125181"/>
            </a:xfrm>
            <a:custGeom>
              <a:avLst/>
              <a:gdLst>
                <a:gd name="T0" fmla="*/ 545 w 555"/>
                <a:gd name="T1" fmla="*/ 96 h 106"/>
                <a:gd name="T2" fmla="*/ 491 w 555"/>
                <a:gd name="T3" fmla="*/ 63 h 106"/>
                <a:gd name="T4" fmla="*/ 514 w 555"/>
                <a:gd name="T5" fmla="*/ 63 h 106"/>
                <a:gd name="T6" fmla="*/ 460 w 555"/>
                <a:gd name="T7" fmla="*/ 96 h 106"/>
                <a:gd name="T8" fmla="*/ 460 w 555"/>
                <a:gd name="T9" fmla="*/ 63 h 106"/>
                <a:gd name="T10" fmla="*/ 450 w 555"/>
                <a:gd name="T11" fmla="*/ 96 h 106"/>
                <a:gd name="T12" fmla="*/ 396 w 555"/>
                <a:gd name="T13" fmla="*/ 63 h 106"/>
                <a:gd name="T14" fmla="*/ 417 w 555"/>
                <a:gd name="T15" fmla="*/ 63 h 106"/>
                <a:gd name="T16" fmla="*/ 364 w 555"/>
                <a:gd name="T17" fmla="*/ 96 h 106"/>
                <a:gd name="T18" fmla="*/ 364 w 555"/>
                <a:gd name="T19" fmla="*/ 63 h 106"/>
                <a:gd name="T20" fmla="*/ 353 w 555"/>
                <a:gd name="T21" fmla="*/ 96 h 106"/>
                <a:gd name="T22" fmla="*/ 300 w 555"/>
                <a:gd name="T23" fmla="*/ 63 h 106"/>
                <a:gd name="T24" fmla="*/ 321 w 555"/>
                <a:gd name="T25" fmla="*/ 63 h 106"/>
                <a:gd name="T26" fmla="*/ 267 w 555"/>
                <a:gd name="T27" fmla="*/ 96 h 106"/>
                <a:gd name="T28" fmla="*/ 267 w 555"/>
                <a:gd name="T29" fmla="*/ 63 h 106"/>
                <a:gd name="T30" fmla="*/ 257 w 555"/>
                <a:gd name="T31" fmla="*/ 96 h 106"/>
                <a:gd name="T32" fmla="*/ 203 w 555"/>
                <a:gd name="T33" fmla="*/ 63 h 106"/>
                <a:gd name="T34" fmla="*/ 224 w 555"/>
                <a:gd name="T35" fmla="*/ 63 h 106"/>
                <a:gd name="T36" fmla="*/ 171 w 555"/>
                <a:gd name="T37" fmla="*/ 96 h 106"/>
                <a:gd name="T38" fmla="*/ 171 w 555"/>
                <a:gd name="T39" fmla="*/ 63 h 106"/>
                <a:gd name="T40" fmla="*/ 160 w 555"/>
                <a:gd name="T41" fmla="*/ 96 h 106"/>
                <a:gd name="T42" fmla="*/ 107 w 555"/>
                <a:gd name="T43" fmla="*/ 63 h 106"/>
                <a:gd name="T44" fmla="*/ 127 w 555"/>
                <a:gd name="T45" fmla="*/ 63 h 106"/>
                <a:gd name="T46" fmla="*/ 74 w 555"/>
                <a:gd name="T47" fmla="*/ 96 h 106"/>
                <a:gd name="T48" fmla="*/ 74 w 555"/>
                <a:gd name="T49" fmla="*/ 63 h 106"/>
                <a:gd name="T50" fmla="*/ 64 w 555"/>
                <a:gd name="T51" fmla="*/ 96 h 106"/>
                <a:gd name="T52" fmla="*/ 10 w 555"/>
                <a:gd name="T53" fmla="*/ 63 h 106"/>
                <a:gd name="T54" fmla="*/ 32 w 555"/>
                <a:gd name="T55" fmla="*/ 63 h 106"/>
                <a:gd name="T56" fmla="*/ 524 w 555"/>
                <a:gd name="T57" fmla="*/ 53 h 106"/>
                <a:gd name="T58" fmla="*/ 524 w 555"/>
                <a:gd name="T59" fmla="*/ 22 h 106"/>
                <a:gd name="T60" fmla="*/ 514 w 555"/>
                <a:gd name="T61" fmla="*/ 53 h 106"/>
                <a:gd name="T62" fmla="*/ 460 w 555"/>
                <a:gd name="T63" fmla="*/ 22 h 106"/>
                <a:gd name="T64" fmla="*/ 481 w 555"/>
                <a:gd name="T65" fmla="*/ 22 h 106"/>
                <a:gd name="T66" fmla="*/ 427 w 555"/>
                <a:gd name="T67" fmla="*/ 53 h 106"/>
                <a:gd name="T68" fmla="*/ 427 w 555"/>
                <a:gd name="T69" fmla="*/ 22 h 106"/>
                <a:gd name="T70" fmla="*/ 417 w 555"/>
                <a:gd name="T71" fmla="*/ 53 h 106"/>
                <a:gd name="T72" fmla="*/ 364 w 555"/>
                <a:gd name="T73" fmla="*/ 22 h 106"/>
                <a:gd name="T74" fmla="*/ 384 w 555"/>
                <a:gd name="T75" fmla="*/ 22 h 106"/>
                <a:gd name="T76" fmla="*/ 331 w 555"/>
                <a:gd name="T77" fmla="*/ 53 h 106"/>
                <a:gd name="T78" fmla="*/ 331 w 555"/>
                <a:gd name="T79" fmla="*/ 22 h 106"/>
                <a:gd name="T80" fmla="*/ 321 w 555"/>
                <a:gd name="T81" fmla="*/ 53 h 106"/>
                <a:gd name="T82" fmla="*/ 267 w 555"/>
                <a:gd name="T83" fmla="*/ 22 h 106"/>
                <a:gd name="T84" fmla="*/ 289 w 555"/>
                <a:gd name="T85" fmla="*/ 22 h 106"/>
                <a:gd name="T86" fmla="*/ 236 w 555"/>
                <a:gd name="T87" fmla="*/ 53 h 106"/>
                <a:gd name="T88" fmla="*/ 236 w 555"/>
                <a:gd name="T89" fmla="*/ 22 h 106"/>
                <a:gd name="T90" fmla="*/ 224 w 555"/>
                <a:gd name="T91" fmla="*/ 53 h 106"/>
                <a:gd name="T92" fmla="*/ 171 w 555"/>
                <a:gd name="T93" fmla="*/ 22 h 106"/>
                <a:gd name="T94" fmla="*/ 193 w 555"/>
                <a:gd name="T95" fmla="*/ 22 h 106"/>
                <a:gd name="T96" fmla="*/ 139 w 555"/>
                <a:gd name="T97" fmla="*/ 53 h 106"/>
                <a:gd name="T98" fmla="*/ 139 w 555"/>
                <a:gd name="T99" fmla="*/ 22 h 106"/>
                <a:gd name="T100" fmla="*/ 127 w 555"/>
                <a:gd name="T101" fmla="*/ 53 h 106"/>
                <a:gd name="T102" fmla="*/ 74 w 555"/>
                <a:gd name="T103" fmla="*/ 22 h 106"/>
                <a:gd name="T104" fmla="*/ 96 w 555"/>
                <a:gd name="T105" fmla="*/ 22 h 106"/>
                <a:gd name="T106" fmla="*/ 43 w 555"/>
                <a:gd name="T107" fmla="*/ 53 h 106"/>
                <a:gd name="T108" fmla="*/ 43 w 555"/>
                <a:gd name="T109" fmla="*/ 22 h 106"/>
                <a:gd name="T110" fmla="*/ 32 w 555"/>
                <a:gd name="T111" fmla="*/ 53 h 106"/>
                <a:gd name="T112" fmla="*/ 0 w 555"/>
                <a:gd name="T113" fmla="*/ 0 h 106"/>
                <a:gd name="T114" fmla="*/ 0 w 555"/>
                <a:gd name="T115"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55" h="106">
                  <a:moveTo>
                    <a:pt x="524" y="63"/>
                  </a:moveTo>
                  <a:lnTo>
                    <a:pt x="524" y="96"/>
                  </a:lnTo>
                  <a:lnTo>
                    <a:pt x="545" y="96"/>
                  </a:lnTo>
                  <a:lnTo>
                    <a:pt x="545" y="63"/>
                  </a:lnTo>
                  <a:lnTo>
                    <a:pt x="524" y="63"/>
                  </a:lnTo>
                  <a:close/>
                  <a:moveTo>
                    <a:pt x="491" y="63"/>
                  </a:moveTo>
                  <a:lnTo>
                    <a:pt x="491" y="96"/>
                  </a:lnTo>
                  <a:lnTo>
                    <a:pt x="514" y="96"/>
                  </a:lnTo>
                  <a:lnTo>
                    <a:pt x="514" y="63"/>
                  </a:lnTo>
                  <a:lnTo>
                    <a:pt x="491" y="63"/>
                  </a:lnTo>
                  <a:close/>
                  <a:moveTo>
                    <a:pt x="460" y="63"/>
                  </a:moveTo>
                  <a:lnTo>
                    <a:pt x="460" y="96"/>
                  </a:lnTo>
                  <a:lnTo>
                    <a:pt x="481" y="96"/>
                  </a:lnTo>
                  <a:lnTo>
                    <a:pt x="481" y="63"/>
                  </a:lnTo>
                  <a:lnTo>
                    <a:pt x="460" y="63"/>
                  </a:lnTo>
                  <a:close/>
                  <a:moveTo>
                    <a:pt x="427" y="63"/>
                  </a:moveTo>
                  <a:lnTo>
                    <a:pt x="427" y="96"/>
                  </a:lnTo>
                  <a:lnTo>
                    <a:pt x="450" y="96"/>
                  </a:lnTo>
                  <a:lnTo>
                    <a:pt x="450" y="63"/>
                  </a:lnTo>
                  <a:lnTo>
                    <a:pt x="427" y="63"/>
                  </a:lnTo>
                  <a:close/>
                  <a:moveTo>
                    <a:pt x="396" y="63"/>
                  </a:moveTo>
                  <a:lnTo>
                    <a:pt x="396" y="96"/>
                  </a:lnTo>
                  <a:lnTo>
                    <a:pt x="417" y="96"/>
                  </a:lnTo>
                  <a:lnTo>
                    <a:pt x="417" y="63"/>
                  </a:lnTo>
                  <a:lnTo>
                    <a:pt x="396" y="63"/>
                  </a:lnTo>
                  <a:close/>
                  <a:moveTo>
                    <a:pt x="364" y="63"/>
                  </a:moveTo>
                  <a:lnTo>
                    <a:pt x="364" y="96"/>
                  </a:lnTo>
                  <a:lnTo>
                    <a:pt x="384" y="96"/>
                  </a:lnTo>
                  <a:lnTo>
                    <a:pt x="384" y="63"/>
                  </a:lnTo>
                  <a:lnTo>
                    <a:pt x="364" y="63"/>
                  </a:lnTo>
                  <a:close/>
                  <a:moveTo>
                    <a:pt x="331" y="63"/>
                  </a:moveTo>
                  <a:lnTo>
                    <a:pt x="331" y="96"/>
                  </a:lnTo>
                  <a:lnTo>
                    <a:pt x="353" y="96"/>
                  </a:lnTo>
                  <a:lnTo>
                    <a:pt x="353" y="63"/>
                  </a:lnTo>
                  <a:lnTo>
                    <a:pt x="331" y="63"/>
                  </a:lnTo>
                  <a:close/>
                  <a:moveTo>
                    <a:pt x="300" y="63"/>
                  </a:moveTo>
                  <a:lnTo>
                    <a:pt x="300" y="96"/>
                  </a:lnTo>
                  <a:lnTo>
                    <a:pt x="321" y="96"/>
                  </a:lnTo>
                  <a:lnTo>
                    <a:pt x="321" y="63"/>
                  </a:lnTo>
                  <a:lnTo>
                    <a:pt x="300" y="63"/>
                  </a:lnTo>
                  <a:close/>
                  <a:moveTo>
                    <a:pt x="267" y="63"/>
                  </a:moveTo>
                  <a:lnTo>
                    <a:pt x="267" y="96"/>
                  </a:lnTo>
                  <a:lnTo>
                    <a:pt x="289" y="96"/>
                  </a:lnTo>
                  <a:lnTo>
                    <a:pt x="289" y="63"/>
                  </a:lnTo>
                  <a:lnTo>
                    <a:pt x="267" y="63"/>
                  </a:lnTo>
                  <a:close/>
                  <a:moveTo>
                    <a:pt x="236" y="63"/>
                  </a:moveTo>
                  <a:lnTo>
                    <a:pt x="236" y="96"/>
                  </a:lnTo>
                  <a:lnTo>
                    <a:pt x="257" y="96"/>
                  </a:lnTo>
                  <a:lnTo>
                    <a:pt x="257" y="63"/>
                  </a:lnTo>
                  <a:lnTo>
                    <a:pt x="236" y="63"/>
                  </a:lnTo>
                  <a:close/>
                  <a:moveTo>
                    <a:pt x="203" y="63"/>
                  </a:moveTo>
                  <a:lnTo>
                    <a:pt x="203" y="96"/>
                  </a:lnTo>
                  <a:lnTo>
                    <a:pt x="224" y="96"/>
                  </a:lnTo>
                  <a:lnTo>
                    <a:pt x="224" y="63"/>
                  </a:lnTo>
                  <a:lnTo>
                    <a:pt x="203" y="63"/>
                  </a:lnTo>
                  <a:close/>
                  <a:moveTo>
                    <a:pt x="171" y="63"/>
                  </a:moveTo>
                  <a:lnTo>
                    <a:pt x="171" y="96"/>
                  </a:lnTo>
                  <a:lnTo>
                    <a:pt x="193" y="96"/>
                  </a:lnTo>
                  <a:lnTo>
                    <a:pt x="193" y="63"/>
                  </a:lnTo>
                  <a:lnTo>
                    <a:pt x="171" y="63"/>
                  </a:lnTo>
                  <a:close/>
                  <a:moveTo>
                    <a:pt x="139" y="63"/>
                  </a:moveTo>
                  <a:lnTo>
                    <a:pt x="139" y="96"/>
                  </a:lnTo>
                  <a:lnTo>
                    <a:pt x="160" y="96"/>
                  </a:lnTo>
                  <a:lnTo>
                    <a:pt x="160" y="63"/>
                  </a:lnTo>
                  <a:lnTo>
                    <a:pt x="139" y="63"/>
                  </a:lnTo>
                  <a:close/>
                  <a:moveTo>
                    <a:pt x="107" y="63"/>
                  </a:moveTo>
                  <a:lnTo>
                    <a:pt x="107" y="96"/>
                  </a:lnTo>
                  <a:lnTo>
                    <a:pt x="127" y="96"/>
                  </a:lnTo>
                  <a:lnTo>
                    <a:pt x="127" y="63"/>
                  </a:lnTo>
                  <a:lnTo>
                    <a:pt x="107" y="63"/>
                  </a:lnTo>
                  <a:close/>
                  <a:moveTo>
                    <a:pt x="74" y="63"/>
                  </a:moveTo>
                  <a:lnTo>
                    <a:pt x="74" y="96"/>
                  </a:lnTo>
                  <a:lnTo>
                    <a:pt x="96" y="96"/>
                  </a:lnTo>
                  <a:lnTo>
                    <a:pt x="96" y="63"/>
                  </a:lnTo>
                  <a:lnTo>
                    <a:pt x="74" y="63"/>
                  </a:lnTo>
                  <a:close/>
                  <a:moveTo>
                    <a:pt x="43" y="63"/>
                  </a:moveTo>
                  <a:lnTo>
                    <a:pt x="43" y="96"/>
                  </a:lnTo>
                  <a:lnTo>
                    <a:pt x="64" y="96"/>
                  </a:lnTo>
                  <a:lnTo>
                    <a:pt x="64" y="63"/>
                  </a:lnTo>
                  <a:lnTo>
                    <a:pt x="43" y="63"/>
                  </a:lnTo>
                  <a:close/>
                  <a:moveTo>
                    <a:pt x="10" y="63"/>
                  </a:moveTo>
                  <a:lnTo>
                    <a:pt x="10" y="96"/>
                  </a:lnTo>
                  <a:lnTo>
                    <a:pt x="32" y="96"/>
                  </a:lnTo>
                  <a:lnTo>
                    <a:pt x="32" y="63"/>
                  </a:lnTo>
                  <a:lnTo>
                    <a:pt x="10" y="63"/>
                  </a:lnTo>
                  <a:close/>
                  <a:moveTo>
                    <a:pt x="524" y="22"/>
                  </a:moveTo>
                  <a:lnTo>
                    <a:pt x="524" y="53"/>
                  </a:lnTo>
                  <a:lnTo>
                    <a:pt x="545" y="53"/>
                  </a:lnTo>
                  <a:lnTo>
                    <a:pt x="545" y="22"/>
                  </a:lnTo>
                  <a:lnTo>
                    <a:pt x="524" y="22"/>
                  </a:lnTo>
                  <a:close/>
                  <a:moveTo>
                    <a:pt x="491" y="22"/>
                  </a:moveTo>
                  <a:lnTo>
                    <a:pt x="491" y="53"/>
                  </a:lnTo>
                  <a:lnTo>
                    <a:pt x="514" y="53"/>
                  </a:lnTo>
                  <a:lnTo>
                    <a:pt x="514" y="22"/>
                  </a:lnTo>
                  <a:lnTo>
                    <a:pt x="491" y="22"/>
                  </a:lnTo>
                  <a:close/>
                  <a:moveTo>
                    <a:pt x="460" y="22"/>
                  </a:moveTo>
                  <a:lnTo>
                    <a:pt x="460" y="53"/>
                  </a:lnTo>
                  <a:lnTo>
                    <a:pt x="481" y="53"/>
                  </a:lnTo>
                  <a:lnTo>
                    <a:pt x="481" y="22"/>
                  </a:lnTo>
                  <a:lnTo>
                    <a:pt x="460" y="22"/>
                  </a:lnTo>
                  <a:close/>
                  <a:moveTo>
                    <a:pt x="427" y="22"/>
                  </a:moveTo>
                  <a:lnTo>
                    <a:pt x="427" y="53"/>
                  </a:lnTo>
                  <a:lnTo>
                    <a:pt x="450" y="53"/>
                  </a:lnTo>
                  <a:lnTo>
                    <a:pt x="450" y="22"/>
                  </a:lnTo>
                  <a:lnTo>
                    <a:pt x="427" y="22"/>
                  </a:lnTo>
                  <a:close/>
                  <a:moveTo>
                    <a:pt x="396" y="22"/>
                  </a:moveTo>
                  <a:lnTo>
                    <a:pt x="396" y="53"/>
                  </a:lnTo>
                  <a:lnTo>
                    <a:pt x="417" y="53"/>
                  </a:lnTo>
                  <a:lnTo>
                    <a:pt x="417" y="22"/>
                  </a:lnTo>
                  <a:lnTo>
                    <a:pt x="396" y="22"/>
                  </a:lnTo>
                  <a:close/>
                  <a:moveTo>
                    <a:pt x="364" y="22"/>
                  </a:moveTo>
                  <a:lnTo>
                    <a:pt x="364" y="53"/>
                  </a:lnTo>
                  <a:lnTo>
                    <a:pt x="384" y="53"/>
                  </a:lnTo>
                  <a:lnTo>
                    <a:pt x="384" y="22"/>
                  </a:lnTo>
                  <a:lnTo>
                    <a:pt x="364" y="22"/>
                  </a:lnTo>
                  <a:close/>
                  <a:moveTo>
                    <a:pt x="331" y="22"/>
                  </a:moveTo>
                  <a:lnTo>
                    <a:pt x="331" y="53"/>
                  </a:lnTo>
                  <a:lnTo>
                    <a:pt x="353" y="53"/>
                  </a:lnTo>
                  <a:lnTo>
                    <a:pt x="353" y="22"/>
                  </a:lnTo>
                  <a:lnTo>
                    <a:pt x="331" y="22"/>
                  </a:lnTo>
                  <a:close/>
                  <a:moveTo>
                    <a:pt x="300" y="22"/>
                  </a:moveTo>
                  <a:lnTo>
                    <a:pt x="300" y="53"/>
                  </a:lnTo>
                  <a:lnTo>
                    <a:pt x="321" y="53"/>
                  </a:lnTo>
                  <a:lnTo>
                    <a:pt x="321" y="22"/>
                  </a:lnTo>
                  <a:lnTo>
                    <a:pt x="300" y="22"/>
                  </a:lnTo>
                  <a:close/>
                  <a:moveTo>
                    <a:pt x="267" y="22"/>
                  </a:moveTo>
                  <a:lnTo>
                    <a:pt x="267" y="53"/>
                  </a:lnTo>
                  <a:lnTo>
                    <a:pt x="289" y="53"/>
                  </a:lnTo>
                  <a:lnTo>
                    <a:pt x="289" y="22"/>
                  </a:lnTo>
                  <a:lnTo>
                    <a:pt x="267" y="22"/>
                  </a:lnTo>
                  <a:close/>
                  <a:moveTo>
                    <a:pt x="236" y="22"/>
                  </a:moveTo>
                  <a:lnTo>
                    <a:pt x="236" y="53"/>
                  </a:lnTo>
                  <a:lnTo>
                    <a:pt x="257" y="53"/>
                  </a:lnTo>
                  <a:lnTo>
                    <a:pt x="257" y="22"/>
                  </a:lnTo>
                  <a:lnTo>
                    <a:pt x="236" y="22"/>
                  </a:lnTo>
                  <a:close/>
                  <a:moveTo>
                    <a:pt x="203" y="22"/>
                  </a:moveTo>
                  <a:lnTo>
                    <a:pt x="203" y="53"/>
                  </a:lnTo>
                  <a:lnTo>
                    <a:pt x="224" y="53"/>
                  </a:lnTo>
                  <a:lnTo>
                    <a:pt x="224" y="22"/>
                  </a:lnTo>
                  <a:lnTo>
                    <a:pt x="203" y="22"/>
                  </a:lnTo>
                  <a:close/>
                  <a:moveTo>
                    <a:pt x="171" y="22"/>
                  </a:moveTo>
                  <a:lnTo>
                    <a:pt x="171" y="53"/>
                  </a:lnTo>
                  <a:lnTo>
                    <a:pt x="193" y="53"/>
                  </a:lnTo>
                  <a:lnTo>
                    <a:pt x="193" y="22"/>
                  </a:lnTo>
                  <a:lnTo>
                    <a:pt x="171" y="22"/>
                  </a:lnTo>
                  <a:close/>
                  <a:moveTo>
                    <a:pt x="139" y="22"/>
                  </a:moveTo>
                  <a:lnTo>
                    <a:pt x="139" y="53"/>
                  </a:lnTo>
                  <a:lnTo>
                    <a:pt x="160" y="53"/>
                  </a:lnTo>
                  <a:lnTo>
                    <a:pt x="160" y="22"/>
                  </a:lnTo>
                  <a:lnTo>
                    <a:pt x="139" y="22"/>
                  </a:lnTo>
                  <a:close/>
                  <a:moveTo>
                    <a:pt x="107" y="22"/>
                  </a:moveTo>
                  <a:lnTo>
                    <a:pt x="107" y="53"/>
                  </a:lnTo>
                  <a:lnTo>
                    <a:pt x="127" y="53"/>
                  </a:lnTo>
                  <a:lnTo>
                    <a:pt x="127" y="22"/>
                  </a:lnTo>
                  <a:lnTo>
                    <a:pt x="107" y="22"/>
                  </a:lnTo>
                  <a:close/>
                  <a:moveTo>
                    <a:pt x="74" y="22"/>
                  </a:moveTo>
                  <a:lnTo>
                    <a:pt x="74" y="53"/>
                  </a:lnTo>
                  <a:lnTo>
                    <a:pt x="96" y="53"/>
                  </a:lnTo>
                  <a:lnTo>
                    <a:pt x="96" y="22"/>
                  </a:lnTo>
                  <a:lnTo>
                    <a:pt x="74" y="22"/>
                  </a:lnTo>
                  <a:close/>
                  <a:moveTo>
                    <a:pt x="43" y="22"/>
                  </a:moveTo>
                  <a:lnTo>
                    <a:pt x="43" y="53"/>
                  </a:lnTo>
                  <a:lnTo>
                    <a:pt x="64" y="53"/>
                  </a:lnTo>
                  <a:lnTo>
                    <a:pt x="64" y="22"/>
                  </a:lnTo>
                  <a:lnTo>
                    <a:pt x="43" y="22"/>
                  </a:lnTo>
                  <a:close/>
                  <a:moveTo>
                    <a:pt x="10" y="22"/>
                  </a:moveTo>
                  <a:lnTo>
                    <a:pt x="10" y="53"/>
                  </a:lnTo>
                  <a:lnTo>
                    <a:pt x="32" y="53"/>
                  </a:lnTo>
                  <a:lnTo>
                    <a:pt x="32" y="22"/>
                  </a:lnTo>
                  <a:lnTo>
                    <a:pt x="10" y="22"/>
                  </a:lnTo>
                  <a:close/>
                  <a:moveTo>
                    <a:pt x="0" y="0"/>
                  </a:moveTo>
                  <a:lnTo>
                    <a:pt x="555" y="0"/>
                  </a:lnTo>
                  <a:lnTo>
                    <a:pt x="555" y="106"/>
                  </a:lnTo>
                  <a:lnTo>
                    <a:pt x="0" y="106"/>
                  </a:lnTo>
                  <a:lnTo>
                    <a:pt x="0" y="0"/>
                  </a:lnTo>
                  <a:close/>
                </a:path>
              </a:pathLst>
            </a:custGeom>
            <a:solidFill>
              <a:schemeClr val="bg1">
                <a:lumMod val="8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2700"/>
            </a:p>
          </p:txBody>
        </p:sp>
        <p:sp>
          <p:nvSpPr>
            <p:cNvPr id="31" name="Freeform 11"/>
            <p:cNvSpPr>
              <a:spLocks noEditPoints="1"/>
            </p:cNvSpPr>
            <p:nvPr/>
          </p:nvSpPr>
          <p:spPr bwMode="auto">
            <a:xfrm>
              <a:off x="994011" y="6402027"/>
              <a:ext cx="531431" cy="225563"/>
            </a:xfrm>
            <a:custGeom>
              <a:avLst/>
              <a:gdLst>
                <a:gd name="T0" fmla="*/ 236 w 450"/>
                <a:gd name="T1" fmla="*/ 127 h 191"/>
                <a:gd name="T2" fmla="*/ 236 w 450"/>
                <a:gd name="T3" fmla="*/ 148 h 191"/>
                <a:gd name="T4" fmla="*/ 257 w 450"/>
                <a:gd name="T5" fmla="*/ 148 h 191"/>
                <a:gd name="T6" fmla="*/ 257 w 450"/>
                <a:gd name="T7" fmla="*/ 127 h 191"/>
                <a:gd name="T8" fmla="*/ 236 w 450"/>
                <a:gd name="T9" fmla="*/ 127 h 191"/>
                <a:gd name="T10" fmla="*/ 236 w 450"/>
                <a:gd name="T11" fmla="*/ 85 h 191"/>
                <a:gd name="T12" fmla="*/ 236 w 450"/>
                <a:gd name="T13" fmla="*/ 107 h 191"/>
                <a:gd name="T14" fmla="*/ 257 w 450"/>
                <a:gd name="T15" fmla="*/ 107 h 191"/>
                <a:gd name="T16" fmla="*/ 257 w 450"/>
                <a:gd name="T17" fmla="*/ 85 h 191"/>
                <a:gd name="T18" fmla="*/ 236 w 450"/>
                <a:gd name="T19" fmla="*/ 85 h 191"/>
                <a:gd name="T20" fmla="*/ 236 w 450"/>
                <a:gd name="T21" fmla="*/ 42 h 191"/>
                <a:gd name="T22" fmla="*/ 236 w 450"/>
                <a:gd name="T23" fmla="*/ 64 h 191"/>
                <a:gd name="T24" fmla="*/ 257 w 450"/>
                <a:gd name="T25" fmla="*/ 64 h 191"/>
                <a:gd name="T26" fmla="*/ 257 w 450"/>
                <a:gd name="T27" fmla="*/ 42 h 191"/>
                <a:gd name="T28" fmla="*/ 236 w 450"/>
                <a:gd name="T29" fmla="*/ 42 h 191"/>
                <a:gd name="T30" fmla="*/ 214 w 450"/>
                <a:gd name="T31" fmla="*/ 0 h 191"/>
                <a:gd name="T32" fmla="*/ 279 w 450"/>
                <a:gd name="T33" fmla="*/ 0 h 191"/>
                <a:gd name="T34" fmla="*/ 279 w 450"/>
                <a:gd name="T35" fmla="*/ 64 h 191"/>
                <a:gd name="T36" fmla="*/ 300 w 450"/>
                <a:gd name="T37" fmla="*/ 42 h 191"/>
                <a:gd name="T38" fmla="*/ 450 w 450"/>
                <a:gd name="T39" fmla="*/ 42 h 191"/>
                <a:gd name="T40" fmla="*/ 450 w 450"/>
                <a:gd name="T41" fmla="*/ 64 h 191"/>
                <a:gd name="T42" fmla="*/ 300 w 450"/>
                <a:gd name="T43" fmla="*/ 64 h 191"/>
                <a:gd name="T44" fmla="*/ 279 w 450"/>
                <a:gd name="T45" fmla="*/ 85 h 191"/>
                <a:gd name="T46" fmla="*/ 279 w 450"/>
                <a:gd name="T47" fmla="*/ 107 h 191"/>
                <a:gd name="T48" fmla="*/ 300 w 450"/>
                <a:gd name="T49" fmla="*/ 85 h 191"/>
                <a:gd name="T50" fmla="*/ 450 w 450"/>
                <a:gd name="T51" fmla="*/ 85 h 191"/>
                <a:gd name="T52" fmla="*/ 450 w 450"/>
                <a:gd name="T53" fmla="*/ 107 h 191"/>
                <a:gd name="T54" fmla="*/ 300 w 450"/>
                <a:gd name="T55" fmla="*/ 107 h 191"/>
                <a:gd name="T56" fmla="*/ 279 w 450"/>
                <a:gd name="T57" fmla="*/ 127 h 191"/>
                <a:gd name="T58" fmla="*/ 279 w 450"/>
                <a:gd name="T59" fmla="*/ 148 h 191"/>
                <a:gd name="T60" fmla="*/ 300 w 450"/>
                <a:gd name="T61" fmla="*/ 127 h 191"/>
                <a:gd name="T62" fmla="*/ 450 w 450"/>
                <a:gd name="T63" fmla="*/ 127 h 191"/>
                <a:gd name="T64" fmla="*/ 450 w 450"/>
                <a:gd name="T65" fmla="*/ 148 h 191"/>
                <a:gd name="T66" fmla="*/ 300 w 450"/>
                <a:gd name="T67" fmla="*/ 148 h 191"/>
                <a:gd name="T68" fmla="*/ 279 w 450"/>
                <a:gd name="T69" fmla="*/ 170 h 191"/>
                <a:gd name="T70" fmla="*/ 279 w 450"/>
                <a:gd name="T71" fmla="*/ 191 h 191"/>
                <a:gd name="T72" fmla="*/ 257 w 450"/>
                <a:gd name="T73" fmla="*/ 191 h 191"/>
                <a:gd name="T74" fmla="*/ 257 w 450"/>
                <a:gd name="T75" fmla="*/ 170 h 191"/>
                <a:gd name="T76" fmla="*/ 236 w 450"/>
                <a:gd name="T77" fmla="*/ 170 h 191"/>
                <a:gd name="T78" fmla="*/ 236 w 450"/>
                <a:gd name="T79" fmla="*/ 191 h 191"/>
                <a:gd name="T80" fmla="*/ 214 w 450"/>
                <a:gd name="T81" fmla="*/ 191 h 191"/>
                <a:gd name="T82" fmla="*/ 214 w 450"/>
                <a:gd name="T83" fmla="*/ 170 h 191"/>
                <a:gd name="T84" fmla="*/ 0 w 450"/>
                <a:gd name="T85" fmla="*/ 170 h 191"/>
                <a:gd name="T86" fmla="*/ 0 w 450"/>
                <a:gd name="T87" fmla="*/ 148 h 191"/>
                <a:gd name="T88" fmla="*/ 214 w 450"/>
                <a:gd name="T89" fmla="*/ 148 h 191"/>
                <a:gd name="T90" fmla="*/ 214 w 450"/>
                <a:gd name="T91" fmla="*/ 127 h 191"/>
                <a:gd name="T92" fmla="*/ 0 w 450"/>
                <a:gd name="T93" fmla="*/ 127 h 191"/>
                <a:gd name="T94" fmla="*/ 0 w 450"/>
                <a:gd name="T95" fmla="*/ 107 h 191"/>
                <a:gd name="T96" fmla="*/ 214 w 450"/>
                <a:gd name="T97" fmla="*/ 107 h 191"/>
                <a:gd name="T98" fmla="*/ 214 w 450"/>
                <a:gd name="T99" fmla="*/ 85 h 191"/>
                <a:gd name="T100" fmla="*/ 0 w 450"/>
                <a:gd name="T101" fmla="*/ 85 h 191"/>
                <a:gd name="T102" fmla="*/ 0 w 450"/>
                <a:gd name="T103" fmla="*/ 64 h 191"/>
                <a:gd name="T104" fmla="*/ 214 w 450"/>
                <a:gd name="T105" fmla="*/ 64 h 191"/>
                <a:gd name="T106" fmla="*/ 214 w 450"/>
                <a:gd name="T107" fmla="*/ 42 h 191"/>
                <a:gd name="T108" fmla="*/ 0 w 450"/>
                <a:gd name="T109" fmla="*/ 42 h 191"/>
                <a:gd name="T110" fmla="*/ 0 w 450"/>
                <a:gd name="T111" fmla="*/ 21 h 191"/>
                <a:gd name="T112" fmla="*/ 214 w 450"/>
                <a:gd name="T113" fmla="*/ 21 h 191"/>
                <a:gd name="T114" fmla="*/ 214 w 450"/>
                <a:gd name="T115"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50" h="191">
                  <a:moveTo>
                    <a:pt x="236" y="127"/>
                  </a:moveTo>
                  <a:lnTo>
                    <a:pt x="236" y="148"/>
                  </a:lnTo>
                  <a:lnTo>
                    <a:pt x="257" y="148"/>
                  </a:lnTo>
                  <a:lnTo>
                    <a:pt x="257" y="127"/>
                  </a:lnTo>
                  <a:lnTo>
                    <a:pt x="236" y="127"/>
                  </a:lnTo>
                  <a:close/>
                  <a:moveTo>
                    <a:pt x="236" y="85"/>
                  </a:moveTo>
                  <a:lnTo>
                    <a:pt x="236" y="107"/>
                  </a:lnTo>
                  <a:lnTo>
                    <a:pt x="257" y="107"/>
                  </a:lnTo>
                  <a:lnTo>
                    <a:pt x="257" y="85"/>
                  </a:lnTo>
                  <a:lnTo>
                    <a:pt x="236" y="85"/>
                  </a:lnTo>
                  <a:close/>
                  <a:moveTo>
                    <a:pt x="236" y="42"/>
                  </a:moveTo>
                  <a:lnTo>
                    <a:pt x="236" y="64"/>
                  </a:lnTo>
                  <a:lnTo>
                    <a:pt x="257" y="64"/>
                  </a:lnTo>
                  <a:lnTo>
                    <a:pt x="257" y="42"/>
                  </a:lnTo>
                  <a:lnTo>
                    <a:pt x="236" y="42"/>
                  </a:lnTo>
                  <a:close/>
                  <a:moveTo>
                    <a:pt x="214" y="0"/>
                  </a:moveTo>
                  <a:lnTo>
                    <a:pt x="279" y="0"/>
                  </a:lnTo>
                  <a:lnTo>
                    <a:pt x="279" y="64"/>
                  </a:lnTo>
                  <a:lnTo>
                    <a:pt x="300" y="42"/>
                  </a:lnTo>
                  <a:lnTo>
                    <a:pt x="450" y="42"/>
                  </a:lnTo>
                  <a:lnTo>
                    <a:pt x="450" y="64"/>
                  </a:lnTo>
                  <a:lnTo>
                    <a:pt x="300" y="64"/>
                  </a:lnTo>
                  <a:lnTo>
                    <a:pt x="279" y="85"/>
                  </a:lnTo>
                  <a:lnTo>
                    <a:pt x="279" y="107"/>
                  </a:lnTo>
                  <a:lnTo>
                    <a:pt x="300" y="85"/>
                  </a:lnTo>
                  <a:lnTo>
                    <a:pt x="450" y="85"/>
                  </a:lnTo>
                  <a:lnTo>
                    <a:pt x="450" y="107"/>
                  </a:lnTo>
                  <a:lnTo>
                    <a:pt x="300" y="107"/>
                  </a:lnTo>
                  <a:lnTo>
                    <a:pt x="279" y="127"/>
                  </a:lnTo>
                  <a:lnTo>
                    <a:pt x="279" y="148"/>
                  </a:lnTo>
                  <a:lnTo>
                    <a:pt x="300" y="127"/>
                  </a:lnTo>
                  <a:lnTo>
                    <a:pt x="450" y="127"/>
                  </a:lnTo>
                  <a:lnTo>
                    <a:pt x="450" y="148"/>
                  </a:lnTo>
                  <a:lnTo>
                    <a:pt x="300" y="148"/>
                  </a:lnTo>
                  <a:lnTo>
                    <a:pt x="279" y="170"/>
                  </a:lnTo>
                  <a:lnTo>
                    <a:pt x="279" y="191"/>
                  </a:lnTo>
                  <a:lnTo>
                    <a:pt x="257" y="191"/>
                  </a:lnTo>
                  <a:lnTo>
                    <a:pt x="257" y="170"/>
                  </a:lnTo>
                  <a:lnTo>
                    <a:pt x="236" y="170"/>
                  </a:lnTo>
                  <a:lnTo>
                    <a:pt x="236" y="191"/>
                  </a:lnTo>
                  <a:lnTo>
                    <a:pt x="214" y="191"/>
                  </a:lnTo>
                  <a:lnTo>
                    <a:pt x="214" y="170"/>
                  </a:lnTo>
                  <a:lnTo>
                    <a:pt x="0" y="170"/>
                  </a:lnTo>
                  <a:lnTo>
                    <a:pt x="0" y="148"/>
                  </a:lnTo>
                  <a:lnTo>
                    <a:pt x="214" y="148"/>
                  </a:lnTo>
                  <a:lnTo>
                    <a:pt x="214" y="127"/>
                  </a:lnTo>
                  <a:lnTo>
                    <a:pt x="0" y="127"/>
                  </a:lnTo>
                  <a:lnTo>
                    <a:pt x="0" y="107"/>
                  </a:lnTo>
                  <a:lnTo>
                    <a:pt x="214" y="107"/>
                  </a:lnTo>
                  <a:lnTo>
                    <a:pt x="214" y="85"/>
                  </a:lnTo>
                  <a:lnTo>
                    <a:pt x="0" y="85"/>
                  </a:lnTo>
                  <a:lnTo>
                    <a:pt x="0" y="64"/>
                  </a:lnTo>
                  <a:lnTo>
                    <a:pt x="214" y="64"/>
                  </a:lnTo>
                  <a:lnTo>
                    <a:pt x="214" y="42"/>
                  </a:lnTo>
                  <a:lnTo>
                    <a:pt x="0" y="42"/>
                  </a:lnTo>
                  <a:lnTo>
                    <a:pt x="0" y="21"/>
                  </a:lnTo>
                  <a:lnTo>
                    <a:pt x="214" y="21"/>
                  </a:lnTo>
                  <a:lnTo>
                    <a:pt x="214" y="0"/>
                  </a:lnTo>
                  <a:close/>
                </a:path>
              </a:pathLst>
            </a:custGeom>
            <a:solidFill>
              <a:schemeClr val="bg1">
                <a:lumMod val="8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sz="2700"/>
            </a:p>
          </p:txBody>
        </p:sp>
        <p:sp>
          <p:nvSpPr>
            <p:cNvPr id="32" name="Freihandform 31"/>
            <p:cNvSpPr/>
            <p:nvPr userDrawn="1"/>
          </p:nvSpPr>
          <p:spPr bwMode="gray">
            <a:xfrm>
              <a:off x="3553632" y="6602390"/>
              <a:ext cx="5590368" cy="25200"/>
            </a:xfrm>
            <a:custGeom>
              <a:avLst/>
              <a:gdLst>
                <a:gd name="connsiteX0" fmla="*/ 0 w 5590368"/>
                <a:gd name="connsiteY0" fmla="*/ 0 h 25200"/>
                <a:gd name="connsiteX1" fmla="*/ 5590368 w 5590368"/>
                <a:gd name="connsiteY1" fmla="*/ 0 h 25200"/>
                <a:gd name="connsiteX2" fmla="*/ 5590368 w 5590368"/>
                <a:gd name="connsiteY2" fmla="*/ 25200 h 25200"/>
                <a:gd name="connsiteX3" fmla="*/ 0 w 5590368"/>
                <a:gd name="connsiteY3" fmla="*/ 25200 h 25200"/>
              </a:gdLst>
              <a:ahLst/>
              <a:cxnLst>
                <a:cxn ang="0">
                  <a:pos x="connsiteX0" y="connsiteY0"/>
                </a:cxn>
                <a:cxn ang="0">
                  <a:pos x="connsiteX1" y="connsiteY1"/>
                </a:cxn>
                <a:cxn ang="0">
                  <a:pos x="connsiteX2" y="connsiteY2"/>
                </a:cxn>
                <a:cxn ang="0">
                  <a:pos x="connsiteX3" y="connsiteY3"/>
                </a:cxn>
              </a:cxnLst>
              <a:rect l="l" t="t" r="r" b="b"/>
              <a:pathLst>
                <a:path w="5590368" h="25200">
                  <a:moveTo>
                    <a:pt x="0" y="0"/>
                  </a:moveTo>
                  <a:lnTo>
                    <a:pt x="5590368" y="0"/>
                  </a:lnTo>
                  <a:lnTo>
                    <a:pt x="5590368" y="25200"/>
                  </a:lnTo>
                  <a:lnTo>
                    <a:pt x="0" y="25200"/>
                  </a:lnTo>
                  <a:close/>
                </a:path>
              </a:pathLst>
            </a:cu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2100" err="1">
                <a:solidFill>
                  <a:schemeClr val="tx1"/>
                </a:solidFill>
              </a:endParaRPr>
            </a:p>
          </p:txBody>
        </p:sp>
      </p:grpSp>
      <p:sp>
        <p:nvSpPr>
          <p:cNvPr id="2" name="Titel 1"/>
          <p:cNvSpPr>
            <a:spLocks noGrp="1"/>
          </p:cNvSpPr>
          <p:nvPr userDrawn="1">
            <p:ph type="title"/>
          </p:nvPr>
        </p:nvSpPr>
        <p:spPr bwMode="gray"/>
        <p:txBody>
          <a:bodyPr/>
          <a:lstStyle/>
          <a:p>
            <a:r>
              <a:rPr lang="de-DE"/>
              <a:t>Mastertitelformat bearbeiten</a:t>
            </a:r>
          </a:p>
        </p:txBody>
      </p:sp>
      <p:sp>
        <p:nvSpPr>
          <p:cNvPr id="4" name="Fußzeilenplatzhalter 3"/>
          <p:cNvSpPr>
            <a:spLocks noGrp="1"/>
          </p:cNvSpPr>
          <p:nvPr userDrawn="1">
            <p:ph type="ftr" sz="quarter" idx="10"/>
          </p:nvPr>
        </p:nvSpPr>
        <p:spPr/>
        <p:txBody>
          <a:bodyPr/>
          <a:lstStyle/>
          <a:p>
            <a:r>
              <a:rPr lang="de-DE"/>
              <a:t>Titel der Präsentation – Name, Funktion</a:t>
            </a:r>
          </a:p>
        </p:txBody>
      </p:sp>
      <p:sp>
        <p:nvSpPr>
          <p:cNvPr id="5" name="Foliennummernplatzhalter 4"/>
          <p:cNvSpPr>
            <a:spLocks noGrp="1"/>
          </p:cNvSpPr>
          <p:nvPr userDrawn="1">
            <p:ph type="sldNum" sz="quarter" idx="11"/>
          </p:nvPr>
        </p:nvSpPr>
        <p:spPr/>
        <p:txBody>
          <a:bodyPr/>
          <a:lstStyle/>
          <a:p>
            <a:fld id="{37F6B2DB-F8F3-430A-8621-6D32EE6DD0F8}" type="slidenum">
              <a:rPr lang="de-DE" smtClean="0"/>
              <a:pPr/>
              <a:t>‹Nr.›</a:t>
            </a:fld>
            <a:endParaRPr lang="de-DE"/>
          </a:p>
        </p:txBody>
      </p:sp>
    </p:spTree>
    <p:extLst>
      <p:ext uri="{BB962C8B-B14F-4D97-AF65-F5344CB8AC3E}">
        <p14:creationId xmlns:p14="http://schemas.microsoft.com/office/powerpoint/2010/main" val="417654582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4542" y="917256"/>
            <a:ext cx="12153118" cy="8454075"/>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2"/>
          </p:nvPr>
        </p:nvSpPr>
        <p:spPr>
          <a:xfrm>
            <a:off x="5233182" y="8719103"/>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8A9EB465-E3B1-4E46-9988-63ED5774821D}" type="datetimeFigureOut">
              <a:rPr lang="en-GB" smtClean="0"/>
              <a:t>25/02/2025</a:t>
            </a:fld>
            <a:endParaRPr lang="en-GB"/>
          </a:p>
        </p:txBody>
      </p:sp>
      <p:sp>
        <p:nvSpPr>
          <p:cNvPr id="5" name="Footer Placeholder 4"/>
          <p:cNvSpPr>
            <a:spLocks noGrp="1"/>
          </p:cNvSpPr>
          <p:nvPr>
            <p:ph type="ftr" sz="quarter" idx="3"/>
          </p:nvPr>
        </p:nvSpPr>
        <p:spPr>
          <a:xfrm>
            <a:off x="9347982" y="8719103"/>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GB"/>
          </a:p>
        </p:txBody>
      </p:sp>
    </p:spTree>
    <p:extLst>
      <p:ext uri="{BB962C8B-B14F-4D97-AF65-F5344CB8AC3E}">
        <p14:creationId xmlns:p14="http://schemas.microsoft.com/office/powerpoint/2010/main" val="32808394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4" r:id="rId3"/>
    <p:sldLayoutId id="2147483690" r:id="rId4"/>
    <p:sldLayoutId id="2147483685" r:id="rId5"/>
    <p:sldLayoutId id="2147483686" r:id="rId6"/>
    <p:sldLayoutId id="2147483688" r:id="rId7"/>
    <p:sldLayoutId id="2147483689" r:id="rId8"/>
    <p:sldLayoutId id="2147483687" r:id="rId9"/>
    <p:sldLayoutId id="2147483691" r:id="rId10"/>
    <p:sldLayoutId id="2147483692" r:id="rId11"/>
    <p:sldLayoutId id="2147483693" r:id="rId12"/>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3336007-9278-CEFE-1DF1-559D3C31A0E1}"/>
              </a:ext>
            </a:extLst>
          </p:cNvPr>
          <p:cNvSpPr>
            <a:spLocks noGrp="1"/>
          </p:cNvSpPr>
          <p:nvPr>
            <p:ph type="title"/>
          </p:nvPr>
        </p:nvSpPr>
        <p:spPr/>
        <p:txBody>
          <a:bodyPr lIns="91440" tIns="45720" rIns="91440" bIns="45720" anchor="t"/>
          <a:lstStyle/>
          <a:p>
            <a:r>
              <a:rPr lang="en-GB" dirty="0" err="1">
                <a:ea typeface="+mj-lt"/>
                <a:cs typeface="+mj-lt"/>
              </a:rPr>
              <a:t>ADOxx</a:t>
            </a:r>
            <a:r>
              <a:rPr lang="en-GB" dirty="0">
                <a:ea typeface="+mj-lt"/>
                <a:cs typeface="+mj-lt"/>
              </a:rPr>
              <a:t> E-Learning </a:t>
            </a:r>
            <a:endParaRPr lang="en-GB" dirty="0">
              <a:ea typeface="Open Sans"/>
              <a:cs typeface="Open Sans"/>
            </a:endParaRPr>
          </a:p>
        </p:txBody>
      </p:sp>
      <p:pic>
        <p:nvPicPr>
          <p:cNvPr id="9" name="Grafik 8">
            <a:extLst>
              <a:ext uri="{FF2B5EF4-FFF2-40B4-BE49-F238E27FC236}">
                <a16:creationId xmlns:a16="http://schemas.microsoft.com/office/drawing/2014/main" id="{1688AD1A-7229-40EE-B2E5-4CEEB84D8C1B}"/>
              </a:ext>
            </a:extLst>
          </p:cNvPr>
          <p:cNvPicPr>
            <a:picLocks noChangeAspect="1"/>
          </p:cNvPicPr>
          <p:nvPr/>
        </p:nvPicPr>
        <p:blipFill>
          <a:blip r:embed="rId2">
            <a:extLst>
              <a:ext uri="{28A0092B-C50C-407E-A947-70E740481C1C}">
                <a14:useLocalDpi xmlns:a14="http://schemas.microsoft.com/office/drawing/2010/main" val="0"/>
              </a:ext>
            </a:extLst>
          </a:blip>
          <a:stretch/>
        </p:blipFill>
        <p:spPr bwMode="auto">
          <a:xfrm>
            <a:off x="4692905" y="648690"/>
            <a:ext cx="5498017" cy="1764000"/>
          </a:xfrm>
          <a:prstGeom prst="rect">
            <a:avLst/>
          </a:prstGeom>
        </p:spPr>
      </p:pic>
      <p:sp>
        <p:nvSpPr>
          <p:cNvPr id="8" name="Textfeld 7">
            <a:extLst>
              <a:ext uri="{FF2B5EF4-FFF2-40B4-BE49-F238E27FC236}">
                <a16:creationId xmlns:a16="http://schemas.microsoft.com/office/drawing/2014/main" id="{61BB9ADB-B256-AAF0-B2C6-D17CAF9B7268}"/>
              </a:ext>
            </a:extLst>
          </p:cNvPr>
          <p:cNvSpPr txBox="1"/>
          <p:nvPr/>
        </p:nvSpPr>
        <p:spPr>
          <a:xfrm>
            <a:off x="4688846" y="5634479"/>
            <a:ext cx="9144000" cy="646331"/>
          </a:xfrm>
          <a:prstGeom prst="rect">
            <a:avLst/>
          </a:prstGeom>
          <a:noFill/>
        </p:spPr>
        <p:txBody>
          <a:bodyPr wrap="square" lIns="91440" tIns="45720" rIns="91440" bIns="45720" anchor="t">
            <a:spAutoFit/>
          </a:bodyPr>
          <a:lstStyle/>
          <a:p>
            <a:r>
              <a:rPr lang="de-DE" sz="3600" b="1" dirty="0">
                <a:solidFill>
                  <a:srgbClr val="003399"/>
                </a:solidFill>
                <a:latin typeface="+mj-lt"/>
                <a:ea typeface="+mj-ea"/>
                <a:cs typeface="+mj-cs"/>
              </a:rPr>
              <a:t>e3Value</a:t>
            </a:r>
            <a:endParaRPr lang="de-DE" dirty="0">
              <a:ea typeface="+mj-ea"/>
              <a:cs typeface="+mj-cs"/>
            </a:endParaRPr>
          </a:p>
        </p:txBody>
      </p:sp>
      <p:sp>
        <p:nvSpPr>
          <p:cNvPr id="3" name="Textfeld 2">
            <a:extLst>
              <a:ext uri="{FF2B5EF4-FFF2-40B4-BE49-F238E27FC236}">
                <a16:creationId xmlns:a16="http://schemas.microsoft.com/office/drawing/2014/main" id="{75EF5ADE-C7C8-9B0F-B54D-9707F49576F3}"/>
              </a:ext>
            </a:extLst>
          </p:cNvPr>
          <p:cNvSpPr txBox="1"/>
          <p:nvPr/>
        </p:nvSpPr>
        <p:spPr>
          <a:xfrm>
            <a:off x="4704279" y="6944262"/>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400" b="1">
                <a:solidFill>
                  <a:srgbClr val="003399"/>
                </a:solidFill>
              </a:rPr>
              <a:t>PP2, HSR</a:t>
            </a:r>
            <a:endParaRPr lang="de-DE"/>
          </a:p>
        </p:txBody>
      </p:sp>
    </p:spTree>
    <p:extLst>
      <p:ext uri="{BB962C8B-B14F-4D97-AF65-F5344CB8AC3E}">
        <p14:creationId xmlns:p14="http://schemas.microsoft.com/office/powerpoint/2010/main" val="1516125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1BF122-B6C7-EC51-9C7A-12871FFA4EFA}"/>
              </a:ext>
            </a:extLst>
          </p:cNvPr>
          <p:cNvSpPr>
            <a:spLocks noGrp="1"/>
          </p:cNvSpPr>
          <p:nvPr>
            <p:ph type="title"/>
          </p:nvPr>
        </p:nvSpPr>
        <p:spPr/>
        <p:txBody>
          <a:bodyPr lIns="91440" tIns="45720" rIns="91440" bIns="45720" anchor="t"/>
          <a:lstStyle/>
          <a:p>
            <a:r>
              <a:rPr lang="de-DE" dirty="0">
                <a:ea typeface="Open Sans"/>
                <a:cs typeface="Open Sans"/>
              </a:rPr>
              <a:t>E3Value </a:t>
            </a:r>
            <a:r>
              <a:rPr lang="de-DE" dirty="0">
                <a:ea typeface="+mj-lt"/>
                <a:cs typeface="+mj-lt"/>
              </a:rPr>
              <a:t>a Modeling Approach </a:t>
            </a:r>
            <a:r>
              <a:rPr lang="de-DE" dirty="0" err="1">
                <a:ea typeface="+mj-lt"/>
                <a:cs typeface="+mj-lt"/>
              </a:rPr>
              <a:t>for</a:t>
            </a:r>
            <a:r>
              <a:rPr lang="de-DE" dirty="0">
                <a:ea typeface="+mj-lt"/>
                <a:cs typeface="+mj-lt"/>
              </a:rPr>
              <a:t> Network Business Models</a:t>
            </a:r>
            <a:endParaRPr lang="de-DE" dirty="0"/>
          </a:p>
        </p:txBody>
      </p:sp>
      <p:sp>
        <p:nvSpPr>
          <p:cNvPr id="3" name="Textplatzhalter 2">
            <a:extLst>
              <a:ext uri="{FF2B5EF4-FFF2-40B4-BE49-F238E27FC236}">
                <a16:creationId xmlns:a16="http://schemas.microsoft.com/office/drawing/2014/main" id="{B522C1BF-FABF-D715-B009-A507E7BA61F5}"/>
              </a:ext>
            </a:extLst>
          </p:cNvPr>
          <p:cNvSpPr>
            <a:spLocks noGrp="1"/>
          </p:cNvSpPr>
          <p:nvPr>
            <p:ph type="body" sz="quarter" idx="10"/>
          </p:nvPr>
        </p:nvSpPr>
        <p:spPr>
          <a:xfrm>
            <a:off x="2514600" y="1787989"/>
            <a:ext cx="10395012" cy="7968835"/>
          </a:xfrm>
        </p:spPr>
        <p:txBody>
          <a:bodyPr vert="horz" lIns="91440" tIns="45720" rIns="91440" bIns="45720" rtlCol="0" anchor="t">
            <a:normAutofit/>
          </a:bodyPr>
          <a:lstStyle/>
          <a:p>
            <a:pPr algn="just"/>
            <a:r>
              <a:rPr lang="de-DE" sz="1600" dirty="0">
                <a:ea typeface="+mn-lt"/>
                <a:cs typeface="+mn-lt"/>
              </a:rPr>
              <a:t>The e3Value </a:t>
            </a:r>
            <a:r>
              <a:rPr lang="de-DE" sz="1600" dirty="0" err="1">
                <a:ea typeface="+mn-lt"/>
                <a:cs typeface="+mn-lt"/>
              </a:rPr>
              <a:t>method</a:t>
            </a:r>
            <a:r>
              <a:rPr lang="de-DE" sz="1600" dirty="0">
                <a:ea typeface="+mn-lt"/>
                <a:cs typeface="+mn-lt"/>
              </a:rPr>
              <a:t> </a:t>
            </a:r>
            <a:r>
              <a:rPr lang="de-DE" sz="1600" dirty="0" err="1">
                <a:ea typeface="+mn-lt"/>
                <a:cs typeface="+mn-lt"/>
              </a:rPr>
              <a:t>is</a:t>
            </a:r>
            <a:r>
              <a:rPr lang="de-DE" sz="1600" dirty="0">
                <a:ea typeface="+mn-lt"/>
                <a:cs typeface="+mn-lt"/>
              </a:rPr>
              <a:t> a </a:t>
            </a:r>
            <a:r>
              <a:rPr lang="de-DE" sz="1600" dirty="0" err="1">
                <a:ea typeface="+mn-lt"/>
                <a:cs typeface="+mn-lt"/>
              </a:rPr>
              <a:t>modeling</a:t>
            </a:r>
            <a:r>
              <a:rPr lang="de-DE" sz="1600" dirty="0">
                <a:ea typeface="+mn-lt"/>
                <a:cs typeface="+mn-lt"/>
              </a:rPr>
              <a:t> </a:t>
            </a:r>
            <a:r>
              <a:rPr lang="de-DE" sz="1600" dirty="0" err="1">
                <a:ea typeface="+mn-lt"/>
                <a:cs typeface="+mn-lt"/>
              </a:rPr>
              <a:t>approach</a:t>
            </a:r>
            <a:r>
              <a:rPr lang="de-DE" sz="1600" dirty="0">
                <a:ea typeface="+mn-lt"/>
                <a:cs typeface="+mn-lt"/>
              </a:rPr>
              <a:t> </a:t>
            </a:r>
            <a:r>
              <a:rPr lang="de-DE" sz="1600" dirty="0" err="1">
                <a:ea typeface="+mn-lt"/>
                <a:cs typeface="+mn-lt"/>
              </a:rPr>
              <a:t>designed</a:t>
            </a:r>
            <a:r>
              <a:rPr lang="de-DE" sz="1600" dirty="0">
                <a:ea typeface="+mn-lt"/>
                <a:cs typeface="+mn-lt"/>
              </a:rPr>
              <a:t> </a:t>
            </a:r>
            <a:r>
              <a:rPr lang="de-DE" sz="1600" dirty="0" err="1">
                <a:ea typeface="+mn-lt"/>
                <a:cs typeface="+mn-lt"/>
              </a:rPr>
              <a:t>to</a:t>
            </a:r>
            <a:r>
              <a:rPr lang="de-DE" sz="1600" dirty="0">
                <a:ea typeface="+mn-lt"/>
                <a:cs typeface="+mn-lt"/>
              </a:rPr>
              <a:t> </a:t>
            </a:r>
            <a:r>
              <a:rPr lang="de-DE" sz="1600" dirty="0" err="1">
                <a:ea typeface="+mn-lt"/>
                <a:cs typeface="+mn-lt"/>
              </a:rPr>
              <a:t>analyze</a:t>
            </a:r>
            <a:r>
              <a:rPr lang="de-DE" sz="1600" dirty="0">
                <a:ea typeface="+mn-lt"/>
                <a:cs typeface="+mn-lt"/>
              </a:rPr>
              <a:t> and </a:t>
            </a:r>
            <a:r>
              <a:rPr lang="de-DE" sz="1600" dirty="0" err="1">
                <a:ea typeface="+mn-lt"/>
                <a:cs typeface="+mn-lt"/>
              </a:rPr>
              <a:t>visualize</a:t>
            </a:r>
            <a:r>
              <a:rPr lang="de-DE" sz="1600" dirty="0">
                <a:ea typeface="+mn-lt"/>
                <a:cs typeface="+mn-lt"/>
              </a:rPr>
              <a:t> </a:t>
            </a:r>
            <a:r>
              <a:rPr lang="de-DE" sz="1600" dirty="0" err="1">
                <a:ea typeface="+mn-lt"/>
                <a:cs typeface="+mn-lt"/>
              </a:rPr>
              <a:t>value</a:t>
            </a:r>
            <a:r>
              <a:rPr lang="de-DE" sz="1600" dirty="0">
                <a:ea typeface="+mn-lt"/>
                <a:cs typeface="+mn-lt"/>
              </a:rPr>
              <a:t> </a:t>
            </a:r>
            <a:r>
              <a:rPr lang="de-DE" sz="1600" dirty="0" err="1">
                <a:ea typeface="+mn-lt"/>
                <a:cs typeface="+mn-lt"/>
              </a:rPr>
              <a:t>relationships</a:t>
            </a:r>
            <a:r>
              <a:rPr lang="de-DE" sz="1600" dirty="0">
                <a:ea typeface="+mn-lt"/>
                <a:cs typeface="+mn-lt"/>
              </a:rPr>
              <a:t> </a:t>
            </a:r>
            <a:r>
              <a:rPr lang="de-DE" sz="1600" dirty="0" err="1">
                <a:ea typeface="+mn-lt"/>
                <a:cs typeface="+mn-lt"/>
              </a:rPr>
              <a:t>within</a:t>
            </a:r>
            <a:r>
              <a:rPr lang="de-DE" sz="1600" dirty="0">
                <a:ea typeface="+mn-lt"/>
                <a:cs typeface="+mn-lt"/>
              </a:rPr>
              <a:t> network </a:t>
            </a:r>
            <a:r>
              <a:rPr lang="de-DE" sz="1600" dirty="0" err="1">
                <a:ea typeface="+mn-lt"/>
                <a:cs typeface="+mn-lt"/>
              </a:rPr>
              <a:t>business</a:t>
            </a:r>
            <a:r>
              <a:rPr lang="de-DE" sz="1600" dirty="0">
                <a:ea typeface="+mn-lt"/>
                <a:cs typeface="+mn-lt"/>
              </a:rPr>
              <a:t> </a:t>
            </a:r>
            <a:r>
              <a:rPr lang="de-DE" sz="1600" dirty="0" err="1">
                <a:ea typeface="+mn-lt"/>
                <a:cs typeface="+mn-lt"/>
              </a:rPr>
              <a:t>models</a:t>
            </a:r>
            <a:r>
              <a:rPr lang="de-DE" sz="1600" dirty="0">
                <a:ea typeface="+mn-lt"/>
                <a:cs typeface="+mn-lt"/>
              </a:rPr>
              <a:t>. </a:t>
            </a:r>
            <a:r>
              <a:rPr lang="de-DE" sz="1600" dirty="0" err="1">
                <a:ea typeface="+mn-lt"/>
                <a:cs typeface="+mn-lt"/>
              </a:rPr>
              <a:t>It</a:t>
            </a:r>
            <a:r>
              <a:rPr lang="de-DE" sz="1600" dirty="0">
                <a:ea typeface="+mn-lt"/>
                <a:cs typeface="+mn-lt"/>
              </a:rPr>
              <a:t> </a:t>
            </a:r>
            <a:r>
              <a:rPr lang="de-DE" sz="1600" dirty="0" err="1">
                <a:ea typeface="+mn-lt"/>
                <a:cs typeface="+mn-lt"/>
              </a:rPr>
              <a:t>enables</a:t>
            </a:r>
            <a:r>
              <a:rPr lang="de-DE" sz="1600" dirty="0">
                <a:ea typeface="+mn-lt"/>
                <a:cs typeface="+mn-lt"/>
              </a:rPr>
              <a:t> </a:t>
            </a:r>
            <a:r>
              <a:rPr lang="de-DE" sz="1600" dirty="0" err="1">
                <a:ea typeface="+mn-lt"/>
                <a:cs typeface="+mn-lt"/>
              </a:rPr>
              <a:t>the</a:t>
            </a:r>
            <a:r>
              <a:rPr lang="de-DE" sz="1600" dirty="0">
                <a:ea typeface="+mn-lt"/>
                <a:cs typeface="+mn-lt"/>
              </a:rPr>
              <a:t> </a:t>
            </a:r>
            <a:r>
              <a:rPr lang="de-DE" sz="1600" dirty="0" err="1">
                <a:ea typeface="+mn-lt"/>
                <a:cs typeface="+mn-lt"/>
              </a:rPr>
              <a:t>representation</a:t>
            </a:r>
            <a:r>
              <a:rPr lang="de-DE" sz="1600" dirty="0">
                <a:ea typeface="+mn-lt"/>
                <a:cs typeface="+mn-lt"/>
              </a:rPr>
              <a:t> </a:t>
            </a:r>
            <a:r>
              <a:rPr lang="de-DE" sz="1600" dirty="0" err="1">
                <a:ea typeface="+mn-lt"/>
                <a:cs typeface="+mn-lt"/>
              </a:rPr>
              <a:t>of</a:t>
            </a:r>
            <a:r>
              <a:rPr lang="de-DE" sz="1600" dirty="0">
                <a:ea typeface="+mn-lt"/>
                <a:cs typeface="+mn-lt"/>
              </a:rPr>
              <a:t> </a:t>
            </a:r>
            <a:r>
              <a:rPr lang="de-DE" sz="1600" dirty="0" err="1">
                <a:ea typeface="+mn-lt"/>
                <a:cs typeface="+mn-lt"/>
              </a:rPr>
              <a:t>value</a:t>
            </a:r>
            <a:r>
              <a:rPr lang="de-DE" sz="1600" dirty="0">
                <a:ea typeface="+mn-lt"/>
                <a:cs typeface="+mn-lt"/>
              </a:rPr>
              <a:t> </a:t>
            </a:r>
            <a:r>
              <a:rPr lang="de-DE" sz="1600" dirty="0" err="1">
                <a:ea typeface="+mn-lt"/>
                <a:cs typeface="+mn-lt"/>
              </a:rPr>
              <a:t>exchanges</a:t>
            </a:r>
            <a:r>
              <a:rPr lang="de-DE" sz="1600" dirty="0">
                <a:ea typeface="+mn-lt"/>
                <a:cs typeface="+mn-lt"/>
              </a:rPr>
              <a:t> </a:t>
            </a:r>
            <a:r>
              <a:rPr lang="de-DE" sz="1600" dirty="0" err="1">
                <a:ea typeface="+mn-lt"/>
                <a:cs typeface="+mn-lt"/>
              </a:rPr>
              <a:t>between</a:t>
            </a:r>
            <a:r>
              <a:rPr lang="de-DE" sz="1600" dirty="0">
                <a:ea typeface="+mn-lt"/>
                <a:cs typeface="+mn-lt"/>
              </a:rPr>
              <a:t> </a:t>
            </a:r>
            <a:r>
              <a:rPr lang="de-DE" sz="1600" dirty="0" err="1">
                <a:ea typeface="+mn-lt"/>
                <a:cs typeface="+mn-lt"/>
              </a:rPr>
              <a:t>actors</a:t>
            </a:r>
            <a:r>
              <a:rPr lang="de-DE" sz="1600" dirty="0">
                <a:ea typeface="+mn-lt"/>
                <a:cs typeface="+mn-lt"/>
              </a:rPr>
              <a:t> </a:t>
            </a:r>
            <a:r>
              <a:rPr lang="de-DE" sz="1600" dirty="0" err="1">
                <a:ea typeface="+mn-lt"/>
                <a:cs typeface="+mn-lt"/>
              </a:rPr>
              <a:t>who</a:t>
            </a:r>
            <a:r>
              <a:rPr lang="de-DE" sz="1600" dirty="0">
                <a:ea typeface="+mn-lt"/>
                <a:cs typeface="+mn-lt"/>
              </a:rPr>
              <a:t> </a:t>
            </a:r>
            <a:r>
              <a:rPr lang="de-DE" sz="1600" dirty="0" err="1">
                <a:ea typeface="+mn-lt"/>
                <a:cs typeface="+mn-lt"/>
              </a:rPr>
              <a:t>collaboratively</a:t>
            </a:r>
            <a:r>
              <a:rPr lang="de-DE" sz="1600" dirty="0">
                <a:ea typeface="+mn-lt"/>
                <a:cs typeface="+mn-lt"/>
              </a:rPr>
              <a:t> </a:t>
            </a:r>
            <a:r>
              <a:rPr lang="de-DE" sz="1600" dirty="0" err="1">
                <a:ea typeface="+mn-lt"/>
                <a:cs typeface="+mn-lt"/>
              </a:rPr>
              <a:t>create</a:t>
            </a:r>
            <a:r>
              <a:rPr lang="de-DE" sz="1600" dirty="0">
                <a:ea typeface="+mn-lt"/>
                <a:cs typeface="+mn-lt"/>
              </a:rPr>
              <a:t>, </a:t>
            </a:r>
            <a:r>
              <a:rPr lang="de-DE" sz="1600" dirty="0" err="1">
                <a:ea typeface="+mn-lt"/>
                <a:cs typeface="+mn-lt"/>
              </a:rPr>
              <a:t>exchange</a:t>
            </a:r>
            <a:r>
              <a:rPr lang="de-DE" sz="1600" dirty="0">
                <a:ea typeface="+mn-lt"/>
                <a:cs typeface="+mn-lt"/>
              </a:rPr>
              <a:t>, and </a:t>
            </a:r>
            <a:r>
              <a:rPr lang="de-DE" sz="1600" dirty="0" err="1">
                <a:ea typeface="+mn-lt"/>
                <a:cs typeface="+mn-lt"/>
              </a:rPr>
              <a:t>consume</a:t>
            </a:r>
            <a:r>
              <a:rPr lang="de-DE" sz="1600" dirty="0">
                <a:ea typeface="+mn-lt"/>
                <a:cs typeface="+mn-lt"/>
              </a:rPr>
              <a:t> </a:t>
            </a:r>
            <a:r>
              <a:rPr lang="de-DE" sz="1600" dirty="0" err="1">
                <a:ea typeface="+mn-lt"/>
                <a:cs typeface="+mn-lt"/>
              </a:rPr>
              <a:t>value</a:t>
            </a:r>
            <a:r>
              <a:rPr lang="de-DE" sz="1600" dirty="0">
                <a:ea typeface="+mn-lt"/>
                <a:cs typeface="+mn-lt"/>
              </a:rPr>
              <a:t>. The </a:t>
            </a:r>
            <a:r>
              <a:rPr lang="de-DE" sz="1600" dirty="0" err="1">
                <a:ea typeface="+mn-lt"/>
                <a:cs typeface="+mn-lt"/>
              </a:rPr>
              <a:t>method</a:t>
            </a:r>
            <a:r>
              <a:rPr lang="de-DE" sz="1600" dirty="0">
                <a:ea typeface="+mn-lt"/>
                <a:cs typeface="+mn-lt"/>
              </a:rPr>
              <a:t> </a:t>
            </a:r>
            <a:r>
              <a:rPr lang="de-DE" sz="1600" dirty="0" err="1">
                <a:ea typeface="+mn-lt"/>
                <a:cs typeface="+mn-lt"/>
              </a:rPr>
              <a:t>serves</a:t>
            </a:r>
            <a:r>
              <a:rPr lang="de-DE" sz="1600" dirty="0">
                <a:ea typeface="+mn-lt"/>
                <a:cs typeface="+mn-lt"/>
              </a:rPr>
              <a:t> </a:t>
            </a:r>
            <a:r>
              <a:rPr lang="de-DE" sz="1600" dirty="0" err="1">
                <a:ea typeface="+mn-lt"/>
                <a:cs typeface="+mn-lt"/>
              </a:rPr>
              <a:t>as</a:t>
            </a:r>
            <a:r>
              <a:rPr lang="de-DE" sz="1600" dirty="0">
                <a:ea typeface="+mn-lt"/>
                <a:cs typeface="+mn-lt"/>
              </a:rPr>
              <a:t> a </a:t>
            </a:r>
            <a:r>
              <a:rPr lang="de-DE" sz="1600" dirty="0" err="1">
                <a:ea typeface="+mn-lt"/>
                <a:cs typeface="+mn-lt"/>
              </a:rPr>
              <a:t>tool</a:t>
            </a:r>
            <a:r>
              <a:rPr lang="de-DE" sz="1600" dirty="0">
                <a:ea typeface="+mn-lt"/>
                <a:cs typeface="+mn-lt"/>
              </a:rPr>
              <a:t> </a:t>
            </a:r>
            <a:r>
              <a:rPr lang="de-DE" sz="1600" dirty="0" err="1">
                <a:ea typeface="+mn-lt"/>
                <a:cs typeface="+mn-lt"/>
              </a:rPr>
              <a:t>to</a:t>
            </a:r>
            <a:r>
              <a:rPr lang="de-DE" sz="1600" dirty="0">
                <a:ea typeface="+mn-lt"/>
                <a:cs typeface="+mn-lt"/>
              </a:rPr>
              <a:t> </a:t>
            </a:r>
            <a:r>
              <a:rPr lang="de-DE" sz="1600" dirty="0" err="1">
                <a:ea typeface="+mn-lt"/>
                <a:cs typeface="+mn-lt"/>
              </a:rPr>
              <a:t>explore</a:t>
            </a:r>
            <a:r>
              <a:rPr lang="de-DE" sz="1600" dirty="0">
                <a:ea typeface="+mn-lt"/>
                <a:cs typeface="+mn-lt"/>
              </a:rPr>
              <a:t> innovative </a:t>
            </a:r>
            <a:r>
              <a:rPr lang="de-DE" sz="1600" dirty="0" err="1">
                <a:ea typeface="+mn-lt"/>
                <a:cs typeface="+mn-lt"/>
              </a:rPr>
              <a:t>business</a:t>
            </a:r>
            <a:r>
              <a:rPr lang="de-DE" sz="1600" dirty="0">
                <a:ea typeface="+mn-lt"/>
                <a:cs typeface="+mn-lt"/>
              </a:rPr>
              <a:t> </a:t>
            </a:r>
            <a:r>
              <a:rPr lang="de-DE" sz="1600" dirty="0" err="1">
                <a:ea typeface="+mn-lt"/>
                <a:cs typeface="+mn-lt"/>
              </a:rPr>
              <a:t>ideas</a:t>
            </a:r>
            <a:r>
              <a:rPr lang="de-DE" sz="1600" dirty="0">
                <a:ea typeface="+mn-lt"/>
                <a:cs typeface="+mn-lt"/>
              </a:rPr>
              <a:t> and </a:t>
            </a:r>
            <a:r>
              <a:rPr lang="de-DE" sz="1600" dirty="0" err="1">
                <a:ea typeface="+mn-lt"/>
                <a:cs typeface="+mn-lt"/>
              </a:rPr>
              <a:t>assess</a:t>
            </a:r>
            <a:r>
              <a:rPr lang="de-DE" sz="1600" dirty="0">
                <a:ea typeface="+mn-lt"/>
                <a:cs typeface="+mn-lt"/>
              </a:rPr>
              <a:t> </a:t>
            </a:r>
            <a:r>
              <a:rPr lang="de-DE" sz="1600" dirty="0" err="1">
                <a:ea typeface="+mn-lt"/>
                <a:cs typeface="+mn-lt"/>
              </a:rPr>
              <a:t>their</a:t>
            </a:r>
            <a:r>
              <a:rPr lang="de-DE" sz="1600" dirty="0">
                <a:ea typeface="+mn-lt"/>
                <a:cs typeface="+mn-lt"/>
              </a:rPr>
              <a:t> </a:t>
            </a:r>
            <a:r>
              <a:rPr lang="de-DE" sz="1600" dirty="0" err="1">
                <a:ea typeface="+mn-lt"/>
                <a:cs typeface="+mn-lt"/>
              </a:rPr>
              <a:t>economic</a:t>
            </a:r>
            <a:r>
              <a:rPr lang="de-DE" sz="1600" dirty="0">
                <a:ea typeface="+mn-lt"/>
                <a:cs typeface="+mn-lt"/>
              </a:rPr>
              <a:t> </a:t>
            </a:r>
            <a:r>
              <a:rPr lang="de-DE" sz="1600" dirty="0" err="1">
                <a:ea typeface="+mn-lt"/>
                <a:cs typeface="+mn-lt"/>
              </a:rPr>
              <a:t>feasibility</a:t>
            </a:r>
            <a:r>
              <a:rPr lang="de-DE" sz="1600" dirty="0">
                <a:ea typeface="+mn-lt"/>
                <a:cs typeface="+mn-lt"/>
              </a:rPr>
              <a:t>.</a:t>
            </a:r>
            <a:endParaRPr lang="de-DE" sz="1600" dirty="0">
              <a:ea typeface="Open Sans"/>
              <a:cs typeface="Open Sans"/>
            </a:endParaRPr>
          </a:p>
          <a:p>
            <a:r>
              <a:rPr lang="de-DE" sz="1400" b="1" dirty="0">
                <a:ea typeface="+mn-lt"/>
                <a:cs typeface="+mn-lt"/>
              </a:rPr>
              <a:t>Key Elements </a:t>
            </a:r>
            <a:r>
              <a:rPr lang="de-DE" sz="1400" b="1" dirty="0" err="1">
                <a:ea typeface="+mn-lt"/>
                <a:cs typeface="+mn-lt"/>
              </a:rPr>
              <a:t>of</a:t>
            </a:r>
            <a:r>
              <a:rPr lang="de-DE" sz="1400" b="1" dirty="0">
                <a:ea typeface="+mn-lt"/>
                <a:cs typeface="+mn-lt"/>
              </a:rPr>
              <a:t> e3Value:</a:t>
            </a:r>
            <a:endParaRPr lang="de-DE" sz="1400" dirty="0">
              <a:ea typeface="Open Sans"/>
              <a:cs typeface="Open Sans"/>
            </a:endParaRPr>
          </a:p>
          <a:p>
            <a:r>
              <a:rPr lang="de-DE" sz="1400" b="1" dirty="0">
                <a:ea typeface="+mn-lt"/>
                <a:cs typeface="+mn-lt"/>
              </a:rPr>
              <a:t>Actors</a:t>
            </a:r>
            <a:r>
              <a:rPr lang="de-DE" sz="1400" dirty="0">
                <a:ea typeface="+mn-lt"/>
                <a:cs typeface="+mn-lt"/>
              </a:rPr>
              <a:t>: Independent </a:t>
            </a:r>
            <a:r>
              <a:rPr lang="de-DE" sz="1400" dirty="0" err="1">
                <a:ea typeface="+mn-lt"/>
                <a:cs typeface="+mn-lt"/>
              </a:rPr>
              <a:t>economic</a:t>
            </a:r>
            <a:r>
              <a:rPr lang="de-DE" sz="1400" dirty="0">
                <a:ea typeface="+mn-lt"/>
                <a:cs typeface="+mn-lt"/>
              </a:rPr>
              <a:t> </a:t>
            </a:r>
            <a:r>
              <a:rPr lang="de-DE" sz="1400" dirty="0" err="1">
                <a:ea typeface="+mn-lt"/>
                <a:cs typeface="+mn-lt"/>
              </a:rPr>
              <a:t>entities</a:t>
            </a:r>
            <a:r>
              <a:rPr lang="de-DE" sz="1400" dirty="0">
                <a:ea typeface="+mn-lt"/>
                <a:cs typeface="+mn-lt"/>
              </a:rPr>
              <a:t>.</a:t>
            </a:r>
            <a:endParaRPr lang="de-DE" sz="1400" dirty="0">
              <a:ea typeface="Open Sans"/>
              <a:cs typeface="Open Sans"/>
            </a:endParaRPr>
          </a:p>
          <a:p>
            <a:r>
              <a:rPr lang="de-DE" sz="1400" b="1" dirty="0">
                <a:ea typeface="+mn-lt"/>
                <a:cs typeface="+mn-lt"/>
              </a:rPr>
              <a:t>Market Segments</a:t>
            </a:r>
            <a:r>
              <a:rPr lang="de-DE" sz="1400" dirty="0">
                <a:ea typeface="+mn-lt"/>
                <a:cs typeface="+mn-lt"/>
              </a:rPr>
              <a:t>: Groups </a:t>
            </a:r>
            <a:r>
              <a:rPr lang="de-DE" sz="1400" dirty="0" err="1">
                <a:ea typeface="+mn-lt"/>
                <a:cs typeface="+mn-lt"/>
              </a:rPr>
              <a:t>of</a:t>
            </a:r>
            <a:r>
              <a:rPr lang="de-DE" sz="1400" dirty="0">
                <a:ea typeface="+mn-lt"/>
                <a:cs typeface="+mn-lt"/>
              </a:rPr>
              <a:t> </a:t>
            </a:r>
            <a:r>
              <a:rPr lang="de-DE" sz="1400" dirty="0" err="1">
                <a:ea typeface="+mn-lt"/>
                <a:cs typeface="+mn-lt"/>
              </a:rPr>
              <a:t>similar</a:t>
            </a:r>
            <a:r>
              <a:rPr lang="de-DE" sz="1400" dirty="0">
                <a:ea typeface="+mn-lt"/>
                <a:cs typeface="+mn-lt"/>
              </a:rPr>
              <a:t> </a:t>
            </a:r>
            <a:r>
              <a:rPr lang="de-DE" sz="1400" dirty="0" err="1">
                <a:ea typeface="+mn-lt"/>
                <a:cs typeface="+mn-lt"/>
              </a:rPr>
              <a:t>actors</a:t>
            </a:r>
            <a:r>
              <a:rPr lang="de-DE" sz="1400" dirty="0">
                <a:ea typeface="+mn-lt"/>
                <a:cs typeface="+mn-lt"/>
              </a:rPr>
              <a:t>.</a:t>
            </a:r>
            <a:endParaRPr lang="de-DE" sz="1400" dirty="0">
              <a:ea typeface="Open Sans"/>
              <a:cs typeface="Open Sans"/>
            </a:endParaRPr>
          </a:p>
          <a:p>
            <a:r>
              <a:rPr lang="de-DE" sz="1400" b="1" dirty="0">
                <a:ea typeface="+mn-lt"/>
                <a:cs typeface="+mn-lt"/>
              </a:rPr>
              <a:t>Value </a:t>
            </a:r>
            <a:r>
              <a:rPr lang="de-DE" sz="1400" b="1" dirty="0" err="1">
                <a:ea typeface="+mn-lt"/>
                <a:cs typeface="+mn-lt"/>
              </a:rPr>
              <a:t>Activities</a:t>
            </a:r>
            <a:r>
              <a:rPr lang="de-DE" sz="1400" dirty="0">
                <a:ea typeface="+mn-lt"/>
                <a:cs typeface="+mn-lt"/>
              </a:rPr>
              <a:t>: A </a:t>
            </a:r>
            <a:r>
              <a:rPr lang="de-DE" sz="1400" dirty="0" err="1">
                <a:ea typeface="+mn-lt"/>
                <a:cs typeface="+mn-lt"/>
              </a:rPr>
              <a:t>value-creating</a:t>
            </a:r>
            <a:r>
              <a:rPr lang="de-DE" sz="1400" dirty="0">
                <a:ea typeface="+mn-lt"/>
                <a:cs typeface="+mn-lt"/>
              </a:rPr>
              <a:t> </a:t>
            </a:r>
            <a:r>
              <a:rPr lang="de-DE" sz="1400" dirty="0" err="1">
                <a:ea typeface="+mn-lt"/>
                <a:cs typeface="+mn-lt"/>
              </a:rPr>
              <a:t>operation</a:t>
            </a:r>
            <a:r>
              <a:rPr lang="de-DE" sz="1400" dirty="0">
                <a:ea typeface="+mn-lt"/>
                <a:cs typeface="+mn-lt"/>
              </a:rPr>
              <a:t> that </a:t>
            </a:r>
            <a:r>
              <a:rPr lang="de-DE" sz="1400" dirty="0" err="1">
                <a:ea typeface="+mn-lt"/>
                <a:cs typeface="+mn-lt"/>
              </a:rPr>
              <a:t>promotes</a:t>
            </a:r>
            <a:r>
              <a:rPr lang="de-DE" sz="1400" dirty="0">
                <a:ea typeface="+mn-lt"/>
                <a:cs typeface="+mn-lt"/>
              </a:rPr>
              <a:t> operational </a:t>
            </a:r>
            <a:r>
              <a:rPr lang="de-DE" sz="1400" dirty="0" err="1">
                <a:ea typeface="+mn-lt"/>
                <a:cs typeface="+mn-lt"/>
              </a:rPr>
              <a:t>transparency</a:t>
            </a:r>
            <a:r>
              <a:rPr lang="de-DE" sz="1400" dirty="0">
                <a:ea typeface="+mn-lt"/>
                <a:cs typeface="+mn-lt"/>
              </a:rPr>
              <a:t> </a:t>
            </a:r>
            <a:r>
              <a:rPr lang="de-DE" sz="1400" dirty="0" err="1">
                <a:ea typeface="+mn-lt"/>
                <a:cs typeface="+mn-lt"/>
              </a:rPr>
              <a:t>within</a:t>
            </a:r>
            <a:r>
              <a:rPr lang="de-DE" sz="1400" dirty="0">
                <a:ea typeface="+mn-lt"/>
                <a:cs typeface="+mn-lt"/>
              </a:rPr>
              <a:t> an </a:t>
            </a:r>
            <a:r>
              <a:rPr lang="de-DE" sz="1400" dirty="0" err="1">
                <a:ea typeface="+mn-lt"/>
                <a:cs typeface="+mn-lt"/>
              </a:rPr>
              <a:t>actor</a:t>
            </a:r>
            <a:r>
              <a:rPr lang="de-DE" sz="1400" dirty="0">
                <a:ea typeface="+mn-lt"/>
                <a:cs typeface="+mn-lt"/>
              </a:rPr>
              <a:t>.</a:t>
            </a:r>
          </a:p>
          <a:p>
            <a:r>
              <a:rPr lang="de-DE" sz="1400" b="1" dirty="0">
                <a:ea typeface="+mn-lt"/>
                <a:cs typeface="+mn-lt"/>
              </a:rPr>
              <a:t>Value Interfaces: </a:t>
            </a:r>
            <a:r>
              <a:rPr lang="de-DE" sz="1400" dirty="0" err="1">
                <a:ea typeface="+mn-lt"/>
                <a:cs typeface="+mn-lt"/>
              </a:rPr>
              <a:t>Encapsulates</a:t>
            </a:r>
            <a:r>
              <a:rPr lang="de-DE" sz="1400" dirty="0">
                <a:ea typeface="+mn-lt"/>
                <a:cs typeface="+mn-lt"/>
              </a:rPr>
              <a:t> </a:t>
            </a:r>
            <a:r>
              <a:rPr lang="de-DE" sz="1400" dirty="0" err="1">
                <a:ea typeface="+mn-lt"/>
                <a:cs typeface="+mn-lt"/>
              </a:rPr>
              <a:t>value</a:t>
            </a:r>
            <a:r>
              <a:rPr lang="de-DE" sz="1400" dirty="0">
                <a:ea typeface="+mn-lt"/>
                <a:cs typeface="+mn-lt"/>
              </a:rPr>
              <a:t> </a:t>
            </a:r>
            <a:r>
              <a:rPr lang="de-DE" sz="1400" dirty="0" err="1">
                <a:ea typeface="+mn-lt"/>
                <a:cs typeface="+mn-lt"/>
              </a:rPr>
              <a:t>exchanges</a:t>
            </a:r>
            <a:r>
              <a:rPr lang="de-DE" sz="1400" dirty="0">
                <a:ea typeface="+mn-lt"/>
                <a:cs typeface="+mn-lt"/>
              </a:rPr>
              <a:t> and </a:t>
            </a:r>
            <a:r>
              <a:rPr lang="de-DE" sz="1400" dirty="0" err="1">
                <a:ea typeface="+mn-lt"/>
                <a:cs typeface="+mn-lt"/>
              </a:rPr>
              <a:t>ensures</a:t>
            </a:r>
            <a:r>
              <a:rPr lang="de-DE" sz="1400" dirty="0">
                <a:ea typeface="+mn-lt"/>
                <a:cs typeface="+mn-lt"/>
              </a:rPr>
              <a:t> </a:t>
            </a:r>
            <a:r>
              <a:rPr lang="de-DE" sz="1400" dirty="0" err="1">
                <a:ea typeface="+mn-lt"/>
                <a:cs typeface="+mn-lt"/>
              </a:rPr>
              <a:t>two</a:t>
            </a:r>
            <a:r>
              <a:rPr lang="de-DE" sz="1400" dirty="0">
                <a:ea typeface="+mn-lt"/>
                <a:cs typeface="+mn-lt"/>
              </a:rPr>
              <a:t>-way </a:t>
            </a:r>
            <a:r>
              <a:rPr lang="de-DE" sz="1400" dirty="0" err="1">
                <a:ea typeface="+mn-lt"/>
                <a:cs typeface="+mn-lt"/>
              </a:rPr>
              <a:t>trading</a:t>
            </a:r>
            <a:r>
              <a:rPr lang="de-DE" sz="1400" dirty="0">
                <a:ea typeface="+mn-lt"/>
                <a:cs typeface="+mn-lt"/>
              </a:rPr>
              <a:t> by </a:t>
            </a:r>
            <a:r>
              <a:rPr lang="de-DE" sz="1400" dirty="0" err="1">
                <a:ea typeface="+mn-lt"/>
                <a:cs typeface="+mn-lt"/>
              </a:rPr>
              <a:t>facilitating</a:t>
            </a:r>
            <a:r>
              <a:rPr lang="de-DE" sz="1400" dirty="0">
                <a:ea typeface="+mn-lt"/>
                <a:cs typeface="+mn-lt"/>
              </a:rPr>
              <a:t> </a:t>
            </a:r>
            <a:r>
              <a:rPr lang="de-DE" sz="1400" dirty="0" err="1">
                <a:ea typeface="+mn-lt"/>
                <a:cs typeface="+mn-lt"/>
              </a:rPr>
              <a:t>both</a:t>
            </a:r>
            <a:r>
              <a:rPr lang="de-DE" sz="1400" dirty="0">
                <a:ea typeface="+mn-lt"/>
                <a:cs typeface="+mn-lt"/>
              </a:rPr>
              <a:t> </a:t>
            </a:r>
            <a:r>
              <a:rPr lang="de-DE" sz="1400" dirty="0" err="1">
                <a:ea typeface="+mn-lt"/>
                <a:cs typeface="+mn-lt"/>
              </a:rPr>
              <a:t>offering</a:t>
            </a:r>
            <a:r>
              <a:rPr lang="de-DE" sz="1400" dirty="0">
                <a:ea typeface="+mn-lt"/>
                <a:cs typeface="+mn-lt"/>
              </a:rPr>
              <a:t> and </a:t>
            </a:r>
            <a:r>
              <a:rPr lang="de-DE" sz="1400" dirty="0" err="1">
                <a:ea typeface="+mn-lt"/>
                <a:cs typeface="+mn-lt"/>
              </a:rPr>
              <a:t>receiving</a:t>
            </a:r>
            <a:r>
              <a:rPr lang="de-DE" sz="1400" dirty="0">
                <a:ea typeface="+mn-lt"/>
                <a:cs typeface="+mn-lt"/>
              </a:rPr>
              <a:t> of </a:t>
            </a:r>
            <a:r>
              <a:rPr lang="de-DE" sz="1400" dirty="0" err="1">
                <a:ea typeface="+mn-lt"/>
                <a:cs typeface="+mn-lt"/>
              </a:rPr>
              <a:t>value</a:t>
            </a:r>
            <a:r>
              <a:rPr lang="de-DE" sz="1400" dirty="0">
                <a:ea typeface="+mn-lt"/>
                <a:cs typeface="+mn-lt"/>
              </a:rPr>
              <a:t> </a:t>
            </a:r>
            <a:r>
              <a:rPr lang="de-DE" sz="1400" dirty="0" err="1">
                <a:ea typeface="+mn-lt"/>
                <a:cs typeface="+mn-lt"/>
              </a:rPr>
              <a:t>objects</a:t>
            </a:r>
            <a:r>
              <a:rPr lang="de-DE" sz="1400" dirty="0">
                <a:ea typeface="+mn-lt"/>
                <a:cs typeface="+mn-lt"/>
              </a:rPr>
              <a:t>.</a:t>
            </a:r>
          </a:p>
          <a:p>
            <a:r>
              <a:rPr lang="de-DE" sz="1400" b="1" dirty="0">
                <a:ea typeface="+mn-lt"/>
                <a:cs typeface="+mn-lt"/>
              </a:rPr>
              <a:t>Value Ports </a:t>
            </a:r>
            <a:r>
              <a:rPr lang="de-DE" sz="1400" dirty="0">
                <a:ea typeface="+mn-lt"/>
                <a:cs typeface="+mn-lt"/>
              </a:rPr>
              <a:t>: </a:t>
            </a:r>
            <a:r>
              <a:rPr lang="de-DE" sz="1400" dirty="0" err="1">
                <a:ea typeface="+mn-lt"/>
                <a:cs typeface="+mn-lt"/>
              </a:rPr>
              <a:t>Enable</a:t>
            </a:r>
            <a:r>
              <a:rPr lang="de-DE" sz="1400" dirty="0">
                <a:ea typeface="+mn-lt"/>
                <a:cs typeface="+mn-lt"/>
              </a:rPr>
              <a:t> the </a:t>
            </a:r>
            <a:r>
              <a:rPr lang="de-DE" sz="1400" dirty="0" err="1">
                <a:ea typeface="+mn-lt"/>
                <a:cs typeface="+mn-lt"/>
              </a:rPr>
              <a:t>offering</a:t>
            </a:r>
            <a:r>
              <a:rPr lang="de-DE" sz="1400" dirty="0">
                <a:ea typeface="+mn-lt"/>
                <a:cs typeface="+mn-lt"/>
              </a:rPr>
              <a:t> </a:t>
            </a:r>
            <a:r>
              <a:rPr lang="de-DE" sz="1400" dirty="0" err="1">
                <a:ea typeface="+mn-lt"/>
                <a:cs typeface="+mn-lt"/>
              </a:rPr>
              <a:t>or</a:t>
            </a:r>
            <a:r>
              <a:rPr lang="de-DE" sz="1400" dirty="0">
                <a:ea typeface="+mn-lt"/>
                <a:cs typeface="+mn-lt"/>
              </a:rPr>
              <a:t> </a:t>
            </a:r>
            <a:r>
              <a:rPr lang="de-DE" sz="1400" dirty="0" err="1">
                <a:ea typeface="+mn-lt"/>
                <a:cs typeface="+mn-lt"/>
              </a:rPr>
              <a:t>consumption</a:t>
            </a:r>
            <a:r>
              <a:rPr lang="de-DE" sz="1400" dirty="0">
                <a:ea typeface="+mn-lt"/>
                <a:cs typeface="+mn-lt"/>
              </a:rPr>
              <a:t> of </a:t>
            </a:r>
            <a:r>
              <a:rPr lang="de-DE" sz="1400" dirty="0" err="1">
                <a:ea typeface="+mn-lt"/>
                <a:cs typeface="+mn-lt"/>
              </a:rPr>
              <a:t>value</a:t>
            </a:r>
            <a:r>
              <a:rPr lang="de-DE" sz="1400" dirty="0">
                <a:ea typeface="+mn-lt"/>
                <a:cs typeface="+mn-lt"/>
              </a:rPr>
              <a:t> </a:t>
            </a:r>
            <a:r>
              <a:rPr lang="de-DE" sz="1400" dirty="0" err="1">
                <a:ea typeface="+mn-lt"/>
                <a:cs typeface="+mn-lt"/>
              </a:rPr>
              <a:t>objects</a:t>
            </a:r>
            <a:r>
              <a:rPr lang="de-DE" sz="1400" dirty="0">
                <a:ea typeface="+mn-lt"/>
                <a:cs typeface="+mn-lt"/>
              </a:rPr>
              <a:t> (</a:t>
            </a:r>
            <a:r>
              <a:rPr lang="de-DE" sz="1400" dirty="0" err="1">
                <a:ea typeface="+mn-lt"/>
                <a:cs typeface="+mn-lt"/>
              </a:rPr>
              <a:t>indicate</a:t>
            </a:r>
            <a:r>
              <a:rPr lang="de-DE" sz="1400" dirty="0">
                <a:ea typeface="+mn-lt"/>
                <a:cs typeface="+mn-lt"/>
              </a:rPr>
              <a:t> the </a:t>
            </a:r>
            <a:r>
              <a:rPr lang="de-DE" sz="1400" b="1" dirty="0" err="1">
                <a:ea typeface="+mn-lt"/>
                <a:cs typeface="+mn-lt"/>
              </a:rPr>
              <a:t>direction</a:t>
            </a:r>
            <a:r>
              <a:rPr lang="de-DE" sz="1400" dirty="0">
                <a:ea typeface="+mn-lt"/>
                <a:cs typeface="+mn-lt"/>
              </a:rPr>
              <a:t> of the </a:t>
            </a:r>
            <a:r>
              <a:rPr lang="de-DE" sz="1400" dirty="0" err="1">
                <a:ea typeface="+mn-lt"/>
                <a:cs typeface="+mn-lt"/>
              </a:rPr>
              <a:t>value</a:t>
            </a:r>
            <a:r>
              <a:rPr lang="de-DE" sz="1400" dirty="0">
                <a:ea typeface="+mn-lt"/>
                <a:cs typeface="+mn-lt"/>
              </a:rPr>
              <a:t> </a:t>
            </a:r>
            <a:r>
              <a:rPr lang="de-DE" sz="1400" dirty="0" err="1">
                <a:ea typeface="+mn-lt"/>
                <a:cs typeface="+mn-lt"/>
              </a:rPr>
              <a:t>exchange</a:t>
            </a:r>
            <a:r>
              <a:rPr lang="de-DE" sz="1400" dirty="0">
                <a:ea typeface="+mn-lt"/>
                <a:cs typeface="+mn-lt"/>
              </a:rPr>
              <a:t>).</a:t>
            </a:r>
          </a:p>
          <a:p>
            <a:r>
              <a:rPr lang="de-DE" sz="1400" b="1" dirty="0">
                <a:ea typeface="+mn-lt"/>
                <a:cs typeface="+mn-lt"/>
              </a:rPr>
              <a:t>Value Objects</a:t>
            </a:r>
            <a:r>
              <a:rPr lang="de-DE" sz="1400" dirty="0">
                <a:ea typeface="+mn-lt"/>
                <a:cs typeface="+mn-lt"/>
              </a:rPr>
              <a:t>: </a:t>
            </a:r>
            <a:r>
              <a:rPr lang="de-DE" sz="1400" dirty="0" err="1">
                <a:ea typeface="+mn-lt"/>
                <a:cs typeface="+mn-lt"/>
              </a:rPr>
              <a:t>Represents</a:t>
            </a:r>
            <a:r>
              <a:rPr lang="de-DE" sz="1400" dirty="0">
                <a:ea typeface="+mn-lt"/>
                <a:cs typeface="+mn-lt"/>
              </a:rPr>
              <a:t> </a:t>
            </a:r>
            <a:r>
              <a:rPr lang="de-DE" sz="1400" dirty="0" err="1">
                <a:ea typeface="+mn-lt"/>
                <a:cs typeface="+mn-lt"/>
              </a:rPr>
              <a:t>exchanged</a:t>
            </a:r>
            <a:r>
              <a:rPr lang="de-DE" sz="1400" dirty="0">
                <a:ea typeface="+mn-lt"/>
                <a:cs typeface="+mn-lt"/>
              </a:rPr>
              <a:t> </a:t>
            </a:r>
            <a:r>
              <a:rPr lang="de-DE" sz="1400" dirty="0" err="1">
                <a:ea typeface="+mn-lt"/>
                <a:cs typeface="+mn-lt"/>
              </a:rPr>
              <a:t>goods</a:t>
            </a:r>
            <a:r>
              <a:rPr lang="de-DE" sz="1400" dirty="0">
                <a:ea typeface="+mn-lt"/>
                <a:cs typeface="+mn-lt"/>
              </a:rPr>
              <a:t>, </a:t>
            </a:r>
            <a:r>
              <a:rPr lang="de-DE" sz="1400" dirty="0" err="1">
                <a:ea typeface="+mn-lt"/>
                <a:cs typeface="+mn-lt"/>
              </a:rPr>
              <a:t>services</a:t>
            </a:r>
            <a:r>
              <a:rPr lang="de-DE" sz="1400" dirty="0">
                <a:ea typeface="+mn-lt"/>
                <a:cs typeface="+mn-lt"/>
              </a:rPr>
              <a:t>, </a:t>
            </a:r>
            <a:r>
              <a:rPr lang="de-DE" sz="1400" dirty="0" err="1">
                <a:ea typeface="+mn-lt"/>
                <a:cs typeface="+mn-lt"/>
              </a:rPr>
              <a:t>or</a:t>
            </a:r>
            <a:r>
              <a:rPr lang="de-DE" sz="1400" dirty="0">
                <a:ea typeface="+mn-lt"/>
                <a:cs typeface="+mn-lt"/>
              </a:rPr>
              <a:t> </a:t>
            </a:r>
            <a:r>
              <a:rPr lang="de-DE" sz="1400" dirty="0" err="1">
                <a:ea typeface="+mn-lt"/>
                <a:cs typeface="+mn-lt"/>
              </a:rPr>
              <a:t>money</a:t>
            </a:r>
            <a:r>
              <a:rPr lang="de-DE" sz="1400" dirty="0">
                <a:ea typeface="+mn-lt"/>
                <a:cs typeface="+mn-lt"/>
              </a:rPr>
              <a:t> </a:t>
            </a:r>
            <a:r>
              <a:rPr lang="de-DE" sz="1400" dirty="0" err="1">
                <a:ea typeface="+mn-lt"/>
                <a:cs typeface="+mn-lt"/>
              </a:rPr>
              <a:t>with</a:t>
            </a:r>
            <a:r>
              <a:rPr lang="de-DE" sz="1400" dirty="0">
                <a:ea typeface="+mn-lt"/>
                <a:cs typeface="+mn-lt"/>
              </a:rPr>
              <a:t> </a:t>
            </a:r>
            <a:r>
              <a:rPr lang="de-DE" sz="1400" dirty="0" err="1">
                <a:ea typeface="+mn-lt"/>
                <a:cs typeface="+mn-lt"/>
              </a:rPr>
              <a:t>value</a:t>
            </a:r>
            <a:r>
              <a:rPr lang="de-DE" sz="1400" dirty="0">
                <a:ea typeface="+mn-lt"/>
                <a:cs typeface="+mn-lt"/>
              </a:rPr>
              <a:t> for </a:t>
            </a:r>
            <a:r>
              <a:rPr lang="de-DE" sz="1400" dirty="0" err="1">
                <a:ea typeface="+mn-lt"/>
                <a:cs typeface="+mn-lt"/>
              </a:rPr>
              <a:t>one</a:t>
            </a:r>
            <a:r>
              <a:rPr lang="de-DE" sz="1400" dirty="0">
                <a:ea typeface="+mn-lt"/>
                <a:cs typeface="+mn-lt"/>
              </a:rPr>
              <a:t> </a:t>
            </a:r>
            <a:r>
              <a:rPr lang="de-DE" sz="1400" dirty="0" err="1">
                <a:ea typeface="+mn-lt"/>
                <a:cs typeface="+mn-lt"/>
              </a:rPr>
              <a:t>or</a:t>
            </a:r>
            <a:r>
              <a:rPr lang="de-DE" sz="1400" dirty="0">
                <a:ea typeface="+mn-lt"/>
                <a:cs typeface="+mn-lt"/>
              </a:rPr>
              <a:t> </a:t>
            </a:r>
            <a:r>
              <a:rPr lang="de-DE" sz="1400" dirty="0" err="1">
                <a:ea typeface="+mn-lt"/>
                <a:cs typeface="+mn-lt"/>
              </a:rPr>
              <a:t>more</a:t>
            </a:r>
            <a:r>
              <a:rPr lang="de-DE" sz="1400" dirty="0">
                <a:ea typeface="+mn-lt"/>
                <a:cs typeface="+mn-lt"/>
              </a:rPr>
              <a:t> </a:t>
            </a:r>
            <a:r>
              <a:rPr lang="de-DE" sz="1400" dirty="0" err="1">
                <a:ea typeface="+mn-lt"/>
                <a:cs typeface="+mn-lt"/>
              </a:rPr>
              <a:t>actors</a:t>
            </a:r>
            <a:r>
              <a:rPr lang="de-DE" sz="1400" dirty="0">
                <a:ea typeface="+mn-lt"/>
                <a:cs typeface="+mn-lt"/>
              </a:rPr>
              <a:t>.</a:t>
            </a:r>
            <a:endParaRPr lang="de-DE" sz="1400" dirty="0">
              <a:ea typeface="Open Sans"/>
              <a:cs typeface="Open Sans"/>
            </a:endParaRPr>
          </a:p>
          <a:p>
            <a:r>
              <a:rPr lang="de-DE" sz="1400" b="1" dirty="0">
                <a:ea typeface="+mn-lt"/>
                <a:cs typeface="+mn-lt"/>
              </a:rPr>
              <a:t>Value Exchange:  </a:t>
            </a:r>
            <a:r>
              <a:rPr lang="de-DE" sz="1400" dirty="0" err="1">
                <a:ea typeface="+mn-lt"/>
                <a:cs typeface="+mn-lt"/>
              </a:rPr>
              <a:t>Connects</a:t>
            </a:r>
            <a:r>
              <a:rPr lang="de-DE" sz="1400" dirty="0">
                <a:ea typeface="+mn-lt"/>
                <a:cs typeface="+mn-lt"/>
              </a:rPr>
              <a:t> </a:t>
            </a:r>
            <a:r>
              <a:rPr lang="de-DE" sz="1400" dirty="0" err="1">
                <a:ea typeface="+mn-lt"/>
                <a:cs typeface="+mn-lt"/>
              </a:rPr>
              <a:t>two</a:t>
            </a:r>
            <a:r>
              <a:rPr lang="de-DE" sz="1400" dirty="0">
                <a:ea typeface="+mn-lt"/>
                <a:cs typeface="+mn-lt"/>
              </a:rPr>
              <a:t> </a:t>
            </a:r>
            <a:r>
              <a:rPr lang="de-DE" sz="1400" dirty="0" err="1">
                <a:ea typeface="+mn-lt"/>
                <a:cs typeface="+mn-lt"/>
              </a:rPr>
              <a:t>value</a:t>
            </a:r>
            <a:r>
              <a:rPr lang="de-DE" sz="1400" dirty="0">
                <a:ea typeface="+mn-lt"/>
                <a:cs typeface="+mn-lt"/>
              </a:rPr>
              <a:t> </a:t>
            </a:r>
            <a:r>
              <a:rPr lang="de-DE" sz="1400" dirty="0" err="1">
                <a:ea typeface="+mn-lt"/>
                <a:cs typeface="+mn-lt"/>
              </a:rPr>
              <a:t>ports</a:t>
            </a:r>
            <a:r>
              <a:rPr lang="de-DE" sz="1400" dirty="0">
                <a:ea typeface="+mn-lt"/>
                <a:cs typeface="+mn-lt"/>
              </a:rPr>
              <a:t> to </a:t>
            </a:r>
            <a:r>
              <a:rPr lang="de-DE" sz="1400" dirty="0" err="1">
                <a:ea typeface="+mn-lt"/>
                <a:cs typeface="+mn-lt"/>
              </a:rPr>
              <a:t>transfer</a:t>
            </a:r>
            <a:r>
              <a:rPr lang="de-DE" sz="1400" dirty="0">
                <a:ea typeface="+mn-lt"/>
                <a:cs typeface="+mn-lt"/>
              </a:rPr>
              <a:t> </a:t>
            </a:r>
            <a:r>
              <a:rPr lang="de-DE" sz="1400" dirty="0" err="1">
                <a:ea typeface="+mn-lt"/>
                <a:cs typeface="+mn-lt"/>
              </a:rPr>
              <a:t>value</a:t>
            </a:r>
            <a:r>
              <a:rPr lang="de-DE" sz="1400" dirty="0">
                <a:ea typeface="+mn-lt"/>
                <a:cs typeface="+mn-lt"/>
              </a:rPr>
              <a:t> between </a:t>
            </a:r>
            <a:r>
              <a:rPr lang="de-DE" sz="1400" dirty="0" err="1">
                <a:ea typeface="+mn-lt"/>
                <a:cs typeface="+mn-lt"/>
              </a:rPr>
              <a:t>actors</a:t>
            </a:r>
            <a:r>
              <a:rPr lang="de-DE" sz="1400" dirty="0">
                <a:ea typeface="+mn-lt"/>
                <a:cs typeface="+mn-lt"/>
              </a:rPr>
              <a:t>. Value </a:t>
            </a:r>
            <a:r>
              <a:rPr lang="de-DE" sz="1400" dirty="0" err="1">
                <a:ea typeface="+mn-lt"/>
                <a:cs typeface="+mn-lt"/>
              </a:rPr>
              <a:t>objects</a:t>
            </a:r>
            <a:r>
              <a:rPr lang="de-DE" sz="1400" dirty="0">
                <a:ea typeface="+mn-lt"/>
                <a:cs typeface="+mn-lt"/>
              </a:rPr>
              <a:t> </a:t>
            </a:r>
            <a:r>
              <a:rPr lang="de-DE" sz="1400" dirty="0" err="1">
                <a:ea typeface="+mn-lt"/>
                <a:cs typeface="+mn-lt"/>
              </a:rPr>
              <a:t>represent</a:t>
            </a:r>
            <a:r>
              <a:rPr lang="de-DE" sz="1400" dirty="0">
                <a:ea typeface="+mn-lt"/>
                <a:cs typeface="+mn-lt"/>
              </a:rPr>
              <a:t> the </a:t>
            </a:r>
            <a:r>
              <a:rPr lang="de-DE" sz="1400" dirty="0" err="1">
                <a:ea typeface="+mn-lt"/>
                <a:cs typeface="+mn-lt"/>
              </a:rPr>
              <a:t>exchanged</a:t>
            </a:r>
            <a:r>
              <a:rPr lang="de-DE" sz="1400" dirty="0">
                <a:ea typeface="+mn-lt"/>
                <a:cs typeface="+mn-lt"/>
              </a:rPr>
              <a:t> </a:t>
            </a:r>
            <a:r>
              <a:rPr lang="de-DE" sz="1400" dirty="0" err="1">
                <a:ea typeface="+mn-lt"/>
                <a:cs typeface="+mn-lt"/>
              </a:rPr>
              <a:t>goods</a:t>
            </a:r>
            <a:r>
              <a:rPr lang="de-DE" sz="1400" dirty="0">
                <a:ea typeface="+mn-lt"/>
                <a:cs typeface="+mn-lt"/>
              </a:rPr>
              <a:t>, </a:t>
            </a:r>
            <a:r>
              <a:rPr lang="de-DE" sz="1400" dirty="0" err="1">
                <a:ea typeface="+mn-lt"/>
                <a:cs typeface="+mn-lt"/>
              </a:rPr>
              <a:t>services</a:t>
            </a:r>
            <a:r>
              <a:rPr lang="de-DE" sz="1400" dirty="0">
                <a:ea typeface="+mn-lt"/>
                <a:cs typeface="+mn-lt"/>
              </a:rPr>
              <a:t>, </a:t>
            </a:r>
            <a:r>
              <a:rPr lang="de-DE" sz="1400" dirty="0" err="1">
                <a:ea typeface="+mn-lt"/>
                <a:cs typeface="+mn-lt"/>
              </a:rPr>
              <a:t>or</a:t>
            </a:r>
            <a:r>
              <a:rPr lang="de-DE" sz="1400" dirty="0">
                <a:ea typeface="+mn-lt"/>
                <a:cs typeface="+mn-lt"/>
              </a:rPr>
              <a:t> </a:t>
            </a:r>
            <a:r>
              <a:rPr lang="de-DE" sz="1400" dirty="0" err="1">
                <a:ea typeface="+mn-lt"/>
                <a:cs typeface="+mn-lt"/>
              </a:rPr>
              <a:t>money</a:t>
            </a:r>
            <a:r>
              <a:rPr lang="de-DE" sz="1400" dirty="0">
                <a:ea typeface="+mn-lt"/>
                <a:cs typeface="+mn-lt"/>
              </a:rPr>
              <a:t>.</a:t>
            </a:r>
            <a:endParaRPr lang="de-DE" sz="1400" dirty="0">
              <a:ea typeface="Open Sans"/>
              <a:cs typeface="Open Sans"/>
            </a:endParaRPr>
          </a:p>
          <a:p>
            <a:r>
              <a:rPr lang="de-DE" sz="1400" b="1" dirty="0">
                <a:ea typeface="+mn-lt"/>
                <a:cs typeface="+mn-lt"/>
              </a:rPr>
              <a:t>Scenarios: </a:t>
            </a:r>
            <a:r>
              <a:rPr lang="de-DE" sz="1400" dirty="0" err="1">
                <a:ea typeface="+mn-lt"/>
                <a:cs typeface="+mn-lt"/>
              </a:rPr>
              <a:t>Allow</a:t>
            </a:r>
            <a:r>
              <a:rPr lang="de-DE" sz="1400" dirty="0">
                <a:ea typeface="+mn-lt"/>
                <a:cs typeface="+mn-lt"/>
              </a:rPr>
              <a:t> </a:t>
            </a:r>
            <a:r>
              <a:rPr lang="de-DE" sz="1400" dirty="0" err="1">
                <a:ea typeface="+mn-lt"/>
                <a:cs typeface="+mn-lt"/>
              </a:rPr>
              <a:t>calculation</a:t>
            </a:r>
            <a:r>
              <a:rPr lang="de-DE" sz="1400" dirty="0">
                <a:ea typeface="+mn-lt"/>
                <a:cs typeface="+mn-lt"/>
              </a:rPr>
              <a:t> </a:t>
            </a:r>
            <a:r>
              <a:rPr lang="de-DE" sz="1400" dirty="0" err="1">
                <a:ea typeface="+mn-lt"/>
                <a:cs typeface="+mn-lt"/>
              </a:rPr>
              <a:t>of</a:t>
            </a:r>
            <a:r>
              <a:rPr lang="de-DE" sz="1400" dirty="0">
                <a:ea typeface="+mn-lt"/>
                <a:cs typeface="+mn-lt"/>
              </a:rPr>
              <a:t> different </a:t>
            </a:r>
            <a:r>
              <a:rPr lang="de-DE" sz="1400" dirty="0" err="1">
                <a:ea typeface="+mn-lt"/>
                <a:cs typeface="+mn-lt"/>
              </a:rPr>
              <a:t>business</a:t>
            </a:r>
            <a:r>
              <a:rPr lang="de-DE" sz="1400" dirty="0">
                <a:ea typeface="+mn-lt"/>
                <a:cs typeface="+mn-lt"/>
              </a:rPr>
              <a:t> </a:t>
            </a:r>
            <a:r>
              <a:rPr lang="de-DE" sz="1400" dirty="0" err="1">
                <a:ea typeface="+mn-lt"/>
                <a:cs typeface="+mn-lt"/>
              </a:rPr>
              <a:t>cases</a:t>
            </a:r>
            <a:r>
              <a:rPr lang="de-DE" sz="1400" dirty="0">
                <a:ea typeface="+mn-lt"/>
                <a:cs typeface="+mn-lt"/>
              </a:rPr>
              <a:t> (BC) </a:t>
            </a:r>
            <a:r>
              <a:rPr lang="de-DE" sz="1400" dirty="0" err="1">
                <a:ea typeface="+mn-lt"/>
                <a:cs typeface="+mn-lt"/>
              </a:rPr>
              <a:t>by</a:t>
            </a:r>
            <a:r>
              <a:rPr lang="de-DE" sz="1400" dirty="0">
                <a:ea typeface="+mn-lt"/>
                <a:cs typeface="+mn-lt"/>
              </a:rPr>
              <a:t> </a:t>
            </a:r>
            <a:r>
              <a:rPr lang="de-DE" sz="1400" dirty="0" err="1">
                <a:ea typeface="+mn-lt"/>
                <a:cs typeface="+mn-lt"/>
              </a:rPr>
              <a:t>connecting</a:t>
            </a:r>
            <a:r>
              <a:rPr lang="de-DE" sz="1400" dirty="0">
                <a:ea typeface="+mn-lt"/>
                <a:cs typeface="+mn-lt"/>
              </a:rPr>
              <a:t> </a:t>
            </a:r>
            <a:r>
              <a:rPr lang="de-DE" sz="1400" dirty="0" err="1">
                <a:ea typeface="+mn-lt"/>
                <a:cs typeface="+mn-lt"/>
              </a:rPr>
              <a:t>value</a:t>
            </a:r>
            <a:r>
              <a:rPr lang="de-DE" sz="1400" dirty="0">
                <a:ea typeface="+mn-lt"/>
                <a:cs typeface="+mn-lt"/>
              </a:rPr>
              <a:t> </a:t>
            </a:r>
            <a:r>
              <a:rPr lang="de-DE" sz="1400" dirty="0" err="1">
                <a:ea typeface="+mn-lt"/>
                <a:cs typeface="+mn-lt"/>
              </a:rPr>
              <a:t>interfaces</a:t>
            </a:r>
            <a:r>
              <a:rPr lang="de-DE" sz="1400" dirty="0">
                <a:ea typeface="+mn-lt"/>
                <a:cs typeface="+mn-lt"/>
              </a:rPr>
              <a:t> </a:t>
            </a:r>
            <a:r>
              <a:rPr lang="de-DE" sz="1400" dirty="0" err="1">
                <a:ea typeface="+mn-lt"/>
                <a:cs typeface="+mn-lt"/>
              </a:rPr>
              <a:t>with</a:t>
            </a:r>
            <a:r>
              <a:rPr lang="de-DE" sz="1400" dirty="0">
                <a:ea typeface="+mn-lt"/>
                <a:cs typeface="+mn-lt"/>
              </a:rPr>
              <a:t>:</a:t>
            </a:r>
            <a:endParaRPr lang="de-DE" sz="1400" b="1" dirty="0">
              <a:ea typeface="+mn-lt"/>
              <a:cs typeface="+mn-lt"/>
            </a:endParaRPr>
          </a:p>
          <a:p>
            <a:pPr lvl="1">
              <a:buFont typeface="Courier New" panose="020B0604020202020204" pitchFamily="34" charset="0"/>
              <a:buChar char="o"/>
            </a:pPr>
            <a:r>
              <a:rPr lang="de-DE" sz="1400" b="1" dirty="0">
                <a:ea typeface="+mn-lt"/>
                <a:cs typeface="+mn-lt"/>
              </a:rPr>
              <a:t>Start </a:t>
            </a:r>
            <a:r>
              <a:rPr lang="de-DE" sz="1400" b="1" dirty="0" err="1">
                <a:ea typeface="+mn-lt"/>
                <a:cs typeface="+mn-lt"/>
              </a:rPr>
              <a:t>stimulus</a:t>
            </a:r>
            <a:r>
              <a:rPr lang="de-DE" sz="1400" dirty="0">
                <a:ea typeface="+mn-lt"/>
                <a:cs typeface="+mn-lt"/>
              </a:rPr>
              <a:t>: The </a:t>
            </a:r>
            <a:r>
              <a:rPr lang="de-DE" sz="1400" dirty="0" err="1">
                <a:ea typeface="+mn-lt"/>
                <a:cs typeface="+mn-lt"/>
              </a:rPr>
              <a:t>beginning</a:t>
            </a:r>
            <a:r>
              <a:rPr lang="de-DE" sz="1400" dirty="0">
                <a:ea typeface="+mn-lt"/>
                <a:cs typeface="+mn-lt"/>
              </a:rPr>
              <a:t> </a:t>
            </a:r>
            <a:r>
              <a:rPr lang="de-DE" sz="1400" dirty="0" err="1">
                <a:ea typeface="+mn-lt"/>
                <a:cs typeface="+mn-lt"/>
              </a:rPr>
              <a:t>of</a:t>
            </a:r>
            <a:r>
              <a:rPr lang="de-DE" sz="1400" dirty="0">
                <a:ea typeface="+mn-lt"/>
                <a:cs typeface="+mn-lt"/>
              </a:rPr>
              <a:t> a </a:t>
            </a:r>
            <a:r>
              <a:rPr lang="de-DE" sz="1400" dirty="0" err="1">
                <a:ea typeface="+mn-lt"/>
                <a:cs typeface="+mn-lt"/>
              </a:rPr>
              <a:t>scenario</a:t>
            </a:r>
            <a:r>
              <a:rPr lang="de-DE" sz="1400" dirty="0">
                <a:ea typeface="+mn-lt"/>
                <a:cs typeface="+mn-lt"/>
              </a:rPr>
              <a:t>.</a:t>
            </a:r>
            <a:endParaRPr lang="de-DE" sz="1400" dirty="0">
              <a:ea typeface="Open Sans"/>
              <a:cs typeface="Open Sans"/>
            </a:endParaRPr>
          </a:p>
          <a:p>
            <a:pPr lvl="1">
              <a:buFont typeface="Courier New" panose="020B0604020202020204" pitchFamily="34" charset="0"/>
              <a:buChar char="o"/>
            </a:pPr>
            <a:r>
              <a:rPr lang="de-DE" sz="1400" b="1" dirty="0" err="1">
                <a:ea typeface="+mn-lt"/>
                <a:cs typeface="+mn-lt"/>
              </a:rPr>
              <a:t>Stop</a:t>
            </a:r>
            <a:r>
              <a:rPr lang="de-DE" sz="1400" b="1" dirty="0">
                <a:ea typeface="+mn-lt"/>
                <a:cs typeface="+mn-lt"/>
              </a:rPr>
              <a:t> </a:t>
            </a:r>
            <a:r>
              <a:rPr lang="de-DE" sz="1400" b="1" dirty="0" err="1">
                <a:ea typeface="+mn-lt"/>
                <a:cs typeface="+mn-lt"/>
              </a:rPr>
              <a:t>stimulus</a:t>
            </a:r>
            <a:r>
              <a:rPr lang="de-DE" sz="1400" dirty="0">
                <a:ea typeface="+mn-lt"/>
                <a:cs typeface="+mn-lt"/>
              </a:rPr>
              <a:t>: The end </a:t>
            </a:r>
            <a:r>
              <a:rPr lang="de-DE" sz="1400" dirty="0" err="1">
                <a:ea typeface="+mn-lt"/>
                <a:cs typeface="+mn-lt"/>
              </a:rPr>
              <a:t>of</a:t>
            </a:r>
            <a:r>
              <a:rPr lang="de-DE" sz="1400" dirty="0">
                <a:ea typeface="+mn-lt"/>
                <a:cs typeface="+mn-lt"/>
              </a:rPr>
              <a:t> a </a:t>
            </a:r>
            <a:r>
              <a:rPr lang="de-DE" sz="1400" dirty="0" err="1">
                <a:ea typeface="+mn-lt"/>
                <a:cs typeface="+mn-lt"/>
              </a:rPr>
              <a:t>scenario</a:t>
            </a:r>
            <a:r>
              <a:rPr lang="de-DE" sz="1400" dirty="0">
                <a:ea typeface="+mn-lt"/>
                <a:cs typeface="+mn-lt"/>
              </a:rPr>
              <a:t>.</a:t>
            </a:r>
            <a:endParaRPr lang="de-DE" sz="1400" dirty="0">
              <a:ea typeface="Open Sans"/>
              <a:cs typeface="Open Sans"/>
            </a:endParaRPr>
          </a:p>
          <a:p>
            <a:pPr lvl="1">
              <a:buFont typeface="Courier New" panose="020B0604020202020204" pitchFamily="34" charset="0"/>
              <a:buChar char="o"/>
            </a:pPr>
            <a:r>
              <a:rPr lang="de-DE" sz="1400" dirty="0">
                <a:ea typeface="+mn-lt"/>
                <a:cs typeface="+mn-lt"/>
              </a:rPr>
              <a:t>Logical </a:t>
            </a:r>
            <a:r>
              <a:rPr lang="de-DE" sz="1400" dirty="0" err="1">
                <a:ea typeface="+mn-lt"/>
                <a:cs typeface="+mn-lt"/>
              </a:rPr>
              <a:t>operators</a:t>
            </a:r>
            <a:r>
              <a:rPr lang="de-DE" sz="1400" dirty="0">
                <a:ea typeface="+mn-lt"/>
                <a:cs typeface="+mn-lt"/>
              </a:rPr>
              <a:t> (</a:t>
            </a:r>
            <a:r>
              <a:rPr lang="de-DE" sz="1400" b="1" dirty="0">
                <a:ea typeface="+mn-lt"/>
                <a:cs typeface="+mn-lt"/>
              </a:rPr>
              <a:t>AND/OR</a:t>
            </a:r>
            <a:r>
              <a:rPr lang="de-DE" sz="1400" dirty="0">
                <a:ea typeface="+mn-lt"/>
                <a:cs typeface="+mn-lt"/>
              </a:rPr>
              <a:t>) </a:t>
            </a:r>
            <a:r>
              <a:rPr lang="de-DE" sz="1400" dirty="0" err="1">
                <a:ea typeface="+mn-lt"/>
                <a:cs typeface="+mn-lt"/>
              </a:rPr>
              <a:t>represent</a:t>
            </a:r>
            <a:r>
              <a:rPr lang="de-DE" sz="1400" dirty="0">
                <a:ea typeface="+mn-lt"/>
                <a:cs typeface="+mn-lt"/>
              </a:rPr>
              <a:t> </a:t>
            </a:r>
            <a:r>
              <a:rPr lang="de-DE" sz="1400" dirty="0" err="1">
                <a:ea typeface="+mn-lt"/>
                <a:cs typeface="+mn-lt"/>
              </a:rPr>
              <a:t>operations</a:t>
            </a:r>
            <a:r>
              <a:rPr lang="de-DE" sz="1400" dirty="0">
                <a:ea typeface="+mn-lt"/>
                <a:cs typeface="+mn-lt"/>
              </a:rPr>
              <a:t> and </a:t>
            </a:r>
            <a:r>
              <a:rPr lang="de-DE" sz="1400" dirty="0" err="1">
                <a:ea typeface="+mn-lt"/>
                <a:cs typeface="+mn-lt"/>
              </a:rPr>
              <a:t>enable</a:t>
            </a:r>
            <a:r>
              <a:rPr lang="de-DE" sz="1400" dirty="0">
                <a:ea typeface="+mn-lt"/>
                <a:cs typeface="+mn-lt"/>
              </a:rPr>
              <a:t> </a:t>
            </a:r>
            <a:r>
              <a:rPr lang="de-DE" sz="1400" dirty="0" err="1">
                <a:ea typeface="+mn-lt"/>
                <a:cs typeface="+mn-lt"/>
              </a:rPr>
              <a:t>modeling</a:t>
            </a:r>
            <a:r>
              <a:rPr lang="de-DE" sz="1400" dirty="0">
                <a:ea typeface="+mn-lt"/>
                <a:cs typeface="+mn-lt"/>
              </a:rPr>
              <a:t> </a:t>
            </a:r>
            <a:r>
              <a:rPr lang="de-DE" sz="1400" dirty="0" err="1">
                <a:ea typeface="+mn-lt"/>
                <a:cs typeface="+mn-lt"/>
              </a:rPr>
              <a:t>of</a:t>
            </a:r>
            <a:r>
              <a:rPr lang="de-DE" sz="1400" dirty="0">
                <a:ea typeface="+mn-lt"/>
                <a:cs typeface="+mn-lt"/>
              </a:rPr>
              <a:t> multiple </a:t>
            </a:r>
            <a:r>
              <a:rPr lang="de-DE" sz="1400" dirty="0" err="1">
                <a:ea typeface="+mn-lt"/>
                <a:cs typeface="+mn-lt"/>
              </a:rPr>
              <a:t>business</a:t>
            </a:r>
            <a:r>
              <a:rPr lang="de-DE" sz="1400" dirty="0">
                <a:ea typeface="+mn-lt"/>
                <a:cs typeface="+mn-lt"/>
              </a:rPr>
              <a:t> </a:t>
            </a:r>
            <a:r>
              <a:rPr lang="de-DE" sz="1400" dirty="0" err="1">
                <a:ea typeface="+mn-lt"/>
                <a:cs typeface="+mn-lt"/>
              </a:rPr>
              <a:t>models</a:t>
            </a:r>
            <a:r>
              <a:rPr lang="de-DE" sz="1400" dirty="0">
                <a:ea typeface="+mn-lt"/>
                <a:cs typeface="+mn-lt"/>
              </a:rPr>
              <a:t> </a:t>
            </a:r>
            <a:r>
              <a:rPr lang="de-DE" sz="1400" dirty="0" err="1">
                <a:ea typeface="+mn-lt"/>
                <a:cs typeface="+mn-lt"/>
              </a:rPr>
              <a:t>within</a:t>
            </a:r>
            <a:r>
              <a:rPr lang="de-DE" sz="1400" dirty="0">
                <a:ea typeface="+mn-lt"/>
                <a:cs typeface="+mn-lt"/>
              </a:rPr>
              <a:t> a </a:t>
            </a:r>
            <a:r>
              <a:rPr lang="de-DE" sz="1400" dirty="0" err="1">
                <a:ea typeface="+mn-lt"/>
                <a:cs typeface="+mn-lt"/>
              </a:rPr>
              <a:t>single</a:t>
            </a:r>
            <a:r>
              <a:rPr lang="de-DE" sz="1400" dirty="0">
                <a:ea typeface="+mn-lt"/>
                <a:cs typeface="+mn-lt"/>
              </a:rPr>
              <a:t> network </a:t>
            </a:r>
            <a:r>
              <a:rPr lang="de-DE" sz="1400" dirty="0" err="1">
                <a:ea typeface="+mn-lt"/>
                <a:cs typeface="+mn-lt"/>
              </a:rPr>
              <a:t>business</a:t>
            </a:r>
            <a:r>
              <a:rPr lang="de-DE" sz="1400" dirty="0">
                <a:ea typeface="+mn-lt"/>
                <a:cs typeface="+mn-lt"/>
              </a:rPr>
              <a:t> </a:t>
            </a:r>
            <a:r>
              <a:rPr lang="de-DE" sz="1400" dirty="0" err="1">
                <a:ea typeface="+mn-lt"/>
                <a:cs typeface="+mn-lt"/>
              </a:rPr>
              <a:t>model</a:t>
            </a:r>
            <a:r>
              <a:rPr lang="de-DE" sz="1400" dirty="0">
                <a:ea typeface="+mn-lt"/>
                <a:cs typeface="+mn-lt"/>
              </a:rPr>
              <a:t> (NBM).</a:t>
            </a:r>
            <a:endParaRPr lang="de-DE" sz="1400" dirty="0">
              <a:ea typeface="Open Sans"/>
              <a:cs typeface="Open Sans"/>
            </a:endParaRPr>
          </a:p>
          <a:p>
            <a:pPr lvl="1">
              <a:buFont typeface="Courier New" panose="020B0604020202020204" pitchFamily="34" charset="0"/>
              <a:buChar char="o"/>
            </a:pPr>
            <a:r>
              <a:rPr lang="de-DE" sz="1400" b="1" dirty="0" err="1">
                <a:ea typeface="+mn-lt"/>
                <a:cs typeface="+mn-lt"/>
              </a:rPr>
              <a:t>Dependency</a:t>
            </a:r>
            <a:r>
              <a:rPr lang="de-DE" sz="1400" b="1" dirty="0">
                <a:ea typeface="+mn-lt"/>
                <a:cs typeface="+mn-lt"/>
              </a:rPr>
              <a:t> </a:t>
            </a:r>
            <a:r>
              <a:rPr lang="de-DE" sz="1400" b="1" dirty="0" err="1">
                <a:ea typeface="+mn-lt"/>
                <a:cs typeface="+mn-lt"/>
              </a:rPr>
              <a:t>Paths</a:t>
            </a:r>
            <a:r>
              <a:rPr lang="de-DE" sz="1400" b="1" dirty="0">
                <a:ea typeface="+mn-lt"/>
                <a:cs typeface="+mn-lt"/>
              </a:rPr>
              <a:t> / Connection Element</a:t>
            </a:r>
            <a:r>
              <a:rPr lang="de-DE" sz="1400" dirty="0">
                <a:ea typeface="+mn-lt"/>
                <a:cs typeface="+mn-lt"/>
              </a:rPr>
              <a:t>:</a:t>
            </a:r>
          </a:p>
          <a:p>
            <a:pPr lvl="2">
              <a:buFont typeface="Wingdings" panose="020B0604020202020204" pitchFamily="34" charset="0"/>
              <a:buChar char="§"/>
            </a:pPr>
            <a:r>
              <a:rPr lang="de-DE" sz="1400" dirty="0">
                <a:ea typeface="+mn-lt"/>
                <a:cs typeface="+mn-lt"/>
              </a:rPr>
              <a:t>Use </a:t>
            </a:r>
            <a:r>
              <a:rPr lang="de-DE" sz="1400" dirty="0" err="1">
                <a:ea typeface="+mn-lt"/>
                <a:cs typeface="+mn-lt"/>
              </a:rPr>
              <a:t>connection</a:t>
            </a:r>
            <a:r>
              <a:rPr lang="de-DE" sz="1400" dirty="0">
                <a:ea typeface="+mn-lt"/>
                <a:cs typeface="+mn-lt"/>
              </a:rPr>
              <a:t> </a:t>
            </a:r>
            <a:r>
              <a:rPr lang="de-DE" sz="1400" dirty="0" err="1">
                <a:ea typeface="+mn-lt"/>
                <a:cs typeface="+mn-lt"/>
              </a:rPr>
              <a:t>elements</a:t>
            </a:r>
            <a:r>
              <a:rPr lang="de-DE" sz="1400" dirty="0">
                <a:ea typeface="+mn-lt"/>
                <a:cs typeface="+mn-lt"/>
              </a:rPr>
              <a:t> </a:t>
            </a:r>
            <a:r>
              <a:rPr lang="de-DE" sz="1400" dirty="0" err="1">
                <a:ea typeface="+mn-lt"/>
                <a:cs typeface="+mn-lt"/>
              </a:rPr>
              <a:t>to</a:t>
            </a:r>
            <a:r>
              <a:rPr lang="de-DE" sz="1400" dirty="0">
                <a:ea typeface="+mn-lt"/>
                <a:cs typeface="+mn-lt"/>
              </a:rPr>
              <a:t> link </a:t>
            </a:r>
            <a:r>
              <a:rPr lang="de-DE" sz="1400" dirty="0" err="1">
                <a:ea typeface="+mn-lt"/>
                <a:cs typeface="+mn-lt"/>
              </a:rPr>
              <a:t>start</a:t>
            </a:r>
            <a:r>
              <a:rPr lang="de-DE" sz="1400" dirty="0">
                <a:ea typeface="+mn-lt"/>
                <a:cs typeface="+mn-lt"/>
              </a:rPr>
              <a:t>/</a:t>
            </a:r>
            <a:r>
              <a:rPr lang="de-DE" sz="1400" dirty="0" err="1">
                <a:ea typeface="+mn-lt"/>
                <a:cs typeface="+mn-lt"/>
              </a:rPr>
              <a:t>stop</a:t>
            </a:r>
            <a:r>
              <a:rPr lang="de-DE" sz="1400" dirty="0">
                <a:ea typeface="+mn-lt"/>
                <a:cs typeface="+mn-lt"/>
              </a:rPr>
              <a:t> </a:t>
            </a:r>
            <a:r>
              <a:rPr lang="de-DE" sz="1400" dirty="0" err="1">
                <a:ea typeface="+mn-lt"/>
                <a:cs typeface="+mn-lt"/>
              </a:rPr>
              <a:t>stimuli</a:t>
            </a:r>
            <a:r>
              <a:rPr lang="de-DE" sz="1400" dirty="0">
                <a:ea typeface="+mn-lt"/>
                <a:cs typeface="+mn-lt"/>
              </a:rPr>
              <a:t>, </a:t>
            </a:r>
            <a:r>
              <a:rPr lang="de-DE" sz="1400" dirty="0" err="1">
                <a:ea typeface="+mn-lt"/>
                <a:cs typeface="+mn-lt"/>
              </a:rPr>
              <a:t>value</a:t>
            </a:r>
            <a:r>
              <a:rPr lang="de-DE" sz="1400" dirty="0">
                <a:ea typeface="+mn-lt"/>
                <a:cs typeface="+mn-lt"/>
              </a:rPr>
              <a:t> </a:t>
            </a:r>
            <a:r>
              <a:rPr lang="de-DE" sz="1400" dirty="0" err="1">
                <a:ea typeface="+mn-lt"/>
                <a:cs typeface="+mn-lt"/>
              </a:rPr>
              <a:t>interfaces</a:t>
            </a:r>
            <a:r>
              <a:rPr lang="de-DE" sz="1400" dirty="0">
                <a:ea typeface="+mn-lt"/>
                <a:cs typeface="+mn-lt"/>
              </a:rPr>
              <a:t>, and </a:t>
            </a:r>
            <a:r>
              <a:rPr lang="de-DE" sz="1400" dirty="0" err="1">
                <a:ea typeface="+mn-lt"/>
                <a:cs typeface="+mn-lt"/>
              </a:rPr>
              <a:t>logical</a:t>
            </a:r>
            <a:r>
              <a:rPr lang="de-DE" sz="1400" dirty="0">
                <a:ea typeface="+mn-lt"/>
                <a:cs typeface="+mn-lt"/>
              </a:rPr>
              <a:t> </a:t>
            </a:r>
            <a:r>
              <a:rPr lang="de-DE" sz="1400" dirty="0" err="1">
                <a:ea typeface="+mn-lt"/>
                <a:cs typeface="+mn-lt"/>
              </a:rPr>
              <a:t>operators</a:t>
            </a:r>
            <a:r>
              <a:rPr lang="de-DE" sz="1400" dirty="0">
                <a:ea typeface="+mn-lt"/>
                <a:cs typeface="+mn-lt"/>
              </a:rPr>
              <a:t>.</a:t>
            </a:r>
            <a:endParaRPr lang="de-DE" sz="1400" dirty="0">
              <a:ea typeface="Open Sans"/>
              <a:cs typeface="Open Sans"/>
            </a:endParaRPr>
          </a:p>
          <a:p>
            <a:pPr lvl="2">
              <a:buFont typeface="Wingdings" panose="020B0604020202020204" pitchFamily="34" charset="0"/>
              <a:buChar char="§"/>
            </a:pPr>
            <a:r>
              <a:rPr lang="de-DE" sz="1400" dirty="0" err="1">
                <a:ea typeface="+mn-lt"/>
                <a:cs typeface="+mn-lt"/>
              </a:rPr>
              <a:t>Facilitate</a:t>
            </a:r>
            <a:r>
              <a:rPr lang="de-DE" sz="1400" dirty="0">
                <a:ea typeface="+mn-lt"/>
                <a:cs typeface="+mn-lt"/>
              </a:rPr>
              <a:t> </a:t>
            </a:r>
            <a:r>
              <a:rPr lang="de-DE" sz="1400" dirty="0" err="1">
                <a:ea typeface="+mn-lt"/>
                <a:cs typeface="+mn-lt"/>
              </a:rPr>
              <a:t>scenario</a:t>
            </a:r>
            <a:r>
              <a:rPr lang="de-DE" sz="1400" dirty="0">
                <a:ea typeface="+mn-lt"/>
                <a:cs typeface="+mn-lt"/>
              </a:rPr>
              <a:t> </a:t>
            </a:r>
            <a:r>
              <a:rPr lang="de-DE" sz="1400" dirty="0" err="1">
                <a:ea typeface="+mn-lt"/>
                <a:cs typeface="+mn-lt"/>
              </a:rPr>
              <a:t>creation</a:t>
            </a:r>
            <a:r>
              <a:rPr lang="de-DE" sz="1400" dirty="0">
                <a:ea typeface="+mn-lt"/>
                <a:cs typeface="+mn-lt"/>
              </a:rPr>
              <a:t> </a:t>
            </a:r>
            <a:r>
              <a:rPr lang="de-DE" sz="1400" dirty="0" err="1">
                <a:ea typeface="+mn-lt"/>
                <a:cs typeface="+mn-lt"/>
              </a:rPr>
              <a:t>by</a:t>
            </a:r>
            <a:r>
              <a:rPr lang="de-DE" sz="1400" dirty="0">
                <a:ea typeface="+mn-lt"/>
                <a:cs typeface="+mn-lt"/>
              </a:rPr>
              <a:t> </a:t>
            </a:r>
            <a:r>
              <a:rPr lang="de-DE" sz="1400" dirty="0" err="1">
                <a:ea typeface="+mn-lt"/>
                <a:cs typeface="+mn-lt"/>
              </a:rPr>
              <a:t>defining</a:t>
            </a:r>
            <a:r>
              <a:rPr lang="de-DE" sz="1400" dirty="0">
                <a:ea typeface="+mn-lt"/>
                <a:cs typeface="+mn-lt"/>
              </a:rPr>
              <a:t> </a:t>
            </a:r>
            <a:r>
              <a:rPr lang="de-DE" sz="1400" dirty="0" err="1">
                <a:ea typeface="+mn-lt"/>
                <a:cs typeface="+mn-lt"/>
              </a:rPr>
              <a:t>the</a:t>
            </a:r>
            <a:r>
              <a:rPr lang="de-DE" sz="1400" dirty="0">
                <a:ea typeface="+mn-lt"/>
                <a:cs typeface="+mn-lt"/>
              </a:rPr>
              <a:t> </a:t>
            </a:r>
            <a:r>
              <a:rPr lang="de-DE" sz="1400" dirty="0" err="1">
                <a:ea typeface="+mn-lt"/>
                <a:cs typeface="+mn-lt"/>
              </a:rPr>
              <a:t>flow</a:t>
            </a:r>
            <a:r>
              <a:rPr lang="de-DE" sz="1400" dirty="0">
                <a:ea typeface="+mn-lt"/>
                <a:cs typeface="+mn-lt"/>
              </a:rPr>
              <a:t> </a:t>
            </a:r>
            <a:r>
              <a:rPr lang="de-DE" sz="1400" dirty="0" err="1">
                <a:ea typeface="+mn-lt"/>
                <a:cs typeface="+mn-lt"/>
              </a:rPr>
              <a:t>of</a:t>
            </a:r>
            <a:r>
              <a:rPr lang="de-DE" sz="1400" dirty="0">
                <a:ea typeface="+mn-lt"/>
                <a:cs typeface="+mn-lt"/>
              </a:rPr>
              <a:t> </a:t>
            </a:r>
            <a:r>
              <a:rPr lang="de-DE" sz="1400" dirty="0" err="1">
                <a:ea typeface="+mn-lt"/>
                <a:cs typeface="+mn-lt"/>
              </a:rPr>
              <a:t>value</a:t>
            </a:r>
            <a:r>
              <a:rPr lang="de-DE" sz="1400" dirty="0">
                <a:ea typeface="+mn-lt"/>
                <a:cs typeface="+mn-lt"/>
              </a:rPr>
              <a:t> </a:t>
            </a:r>
            <a:r>
              <a:rPr lang="de-DE" sz="1400" dirty="0" err="1">
                <a:ea typeface="+mn-lt"/>
                <a:cs typeface="+mn-lt"/>
              </a:rPr>
              <a:t>exchanges</a:t>
            </a:r>
            <a:r>
              <a:rPr lang="de-DE" sz="1400" dirty="0">
                <a:ea typeface="+mn-lt"/>
                <a:cs typeface="+mn-lt"/>
              </a:rPr>
              <a:t> and </a:t>
            </a:r>
            <a:r>
              <a:rPr lang="de-DE" sz="1400" dirty="0" err="1">
                <a:ea typeface="+mn-lt"/>
                <a:cs typeface="+mn-lt"/>
              </a:rPr>
              <a:t>logical</a:t>
            </a:r>
            <a:r>
              <a:rPr lang="de-DE" sz="1400" dirty="0">
                <a:ea typeface="+mn-lt"/>
                <a:cs typeface="+mn-lt"/>
              </a:rPr>
              <a:t> </a:t>
            </a:r>
            <a:r>
              <a:rPr lang="de-DE" sz="1400" dirty="0" err="1">
                <a:ea typeface="+mn-lt"/>
                <a:cs typeface="+mn-lt"/>
              </a:rPr>
              <a:t>dependencies</a:t>
            </a:r>
            <a:r>
              <a:rPr lang="de-DE" sz="1400" dirty="0">
                <a:ea typeface="+mn-lt"/>
                <a:cs typeface="+mn-lt"/>
              </a:rPr>
              <a:t> </a:t>
            </a:r>
            <a:r>
              <a:rPr lang="de-DE" sz="1400" dirty="0" err="1">
                <a:ea typeface="+mn-lt"/>
                <a:cs typeface="+mn-lt"/>
              </a:rPr>
              <a:t>across</a:t>
            </a:r>
            <a:r>
              <a:rPr lang="de-DE" sz="1400" dirty="0">
                <a:ea typeface="+mn-lt"/>
                <a:cs typeface="+mn-lt"/>
              </a:rPr>
              <a:t> </a:t>
            </a:r>
            <a:r>
              <a:rPr lang="de-DE" sz="1400" dirty="0" err="1">
                <a:ea typeface="+mn-lt"/>
                <a:cs typeface="+mn-lt"/>
              </a:rPr>
              <a:t>the</a:t>
            </a:r>
            <a:r>
              <a:rPr lang="de-DE" sz="1400" dirty="0">
                <a:ea typeface="+mn-lt"/>
                <a:cs typeface="+mn-lt"/>
              </a:rPr>
              <a:t> NCM.</a:t>
            </a:r>
            <a:endParaRPr lang="de-DE" sz="1400" dirty="0">
              <a:ea typeface="Open Sans"/>
              <a:cs typeface="Open Sans"/>
            </a:endParaRPr>
          </a:p>
          <a:p>
            <a:endParaRPr lang="de-DE" sz="1400" b="1" dirty="0">
              <a:ea typeface="Open Sans"/>
              <a:cs typeface="Open Sans"/>
            </a:endParaRPr>
          </a:p>
          <a:p>
            <a:endParaRPr lang="de-DE" sz="4000" dirty="0">
              <a:ea typeface="Open Sans"/>
              <a:cs typeface="Open Sans"/>
            </a:endParaRPr>
          </a:p>
          <a:p>
            <a:endParaRPr lang="de-DE" sz="1400" b="1" dirty="0">
              <a:ea typeface="Open Sans"/>
              <a:cs typeface="Open Sans"/>
            </a:endParaRPr>
          </a:p>
          <a:p>
            <a:endParaRPr lang="de-DE" sz="1200" dirty="0">
              <a:ea typeface="Open Sans"/>
              <a:cs typeface="Open Sans"/>
            </a:endParaRPr>
          </a:p>
        </p:txBody>
      </p:sp>
      <p:pic>
        <p:nvPicPr>
          <p:cNvPr id="4" name="Grafik 3" descr="Ein Bild, das Screenshot, Quadrat, Design enthält.&#10;&#10;Beschreibung automatisch generiert.">
            <a:extLst>
              <a:ext uri="{FF2B5EF4-FFF2-40B4-BE49-F238E27FC236}">
                <a16:creationId xmlns:a16="http://schemas.microsoft.com/office/drawing/2014/main" id="{8257E166-AEBC-ED52-32FD-F817F65D81C9}"/>
              </a:ext>
            </a:extLst>
          </p:cNvPr>
          <p:cNvPicPr>
            <a:picLocks noChangeAspect="1"/>
          </p:cNvPicPr>
          <p:nvPr/>
        </p:nvPicPr>
        <p:blipFill>
          <a:blip r:embed="rId2"/>
          <a:srcRect l="11092" t="67905" r="11775"/>
          <a:stretch/>
        </p:blipFill>
        <p:spPr>
          <a:xfrm>
            <a:off x="13294458" y="2116739"/>
            <a:ext cx="4862617" cy="2317526"/>
          </a:xfrm>
          <a:prstGeom prst="rect">
            <a:avLst/>
          </a:prstGeom>
          <a:ln>
            <a:noFill/>
          </a:ln>
        </p:spPr>
      </p:pic>
      <p:pic>
        <p:nvPicPr>
          <p:cNvPr id="5" name="Grafik 4" descr="Ein Bild, das Text, Screenshot, Schrift, Design enthält.&#10;&#10;Beschreibung automatisch generiert.">
            <a:extLst>
              <a:ext uri="{FF2B5EF4-FFF2-40B4-BE49-F238E27FC236}">
                <a16:creationId xmlns:a16="http://schemas.microsoft.com/office/drawing/2014/main" id="{890084BB-B417-6D62-7D82-DE988F1F4BA8}"/>
              </a:ext>
            </a:extLst>
          </p:cNvPr>
          <p:cNvPicPr>
            <a:picLocks noChangeAspect="1"/>
          </p:cNvPicPr>
          <p:nvPr/>
        </p:nvPicPr>
        <p:blipFill>
          <a:blip r:embed="rId3"/>
          <a:srcRect l="8686" t="10961" r="7627" b="71471"/>
          <a:stretch/>
        </p:blipFill>
        <p:spPr>
          <a:xfrm>
            <a:off x="13125319" y="4884008"/>
            <a:ext cx="5038970" cy="1510688"/>
          </a:xfrm>
          <a:prstGeom prst="rect">
            <a:avLst/>
          </a:prstGeom>
          <a:ln>
            <a:noFill/>
          </a:ln>
        </p:spPr>
      </p:pic>
    </p:spTree>
    <p:extLst>
      <p:ext uri="{BB962C8B-B14F-4D97-AF65-F5344CB8AC3E}">
        <p14:creationId xmlns:p14="http://schemas.microsoft.com/office/powerpoint/2010/main" val="514069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1BF122-B6C7-EC51-9C7A-12871FFA4EFA}"/>
              </a:ext>
            </a:extLst>
          </p:cNvPr>
          <p:cNvSpPr>
            <a:spLocks noGrp="1"/>
          </p:cNvSpPr>
          <p:nvPr>
            <p:ph type="title"/>
          </p:nvPr>
        </p:nvSpPr>
        <p:spPr/>
        <p:txBody>
          <a:bodyPr lIns="91440" tIns="45720" rIns="91440" bIns="45720" anchor="t"/>
          <a:lstStyle/>
          <a:p>
            <a:r>
              <a:rPr lang="de-DE" dirty="0">
                <a:ea typeface="Open Sans"/>
                <a:cs typeface="Open Sans"/>
              </a:rPr>
              <a:t>E3Value </a:t>
            </a:r>
            <a:r>
              <a:rPr lang="de-DE" dirty="0">
                <a:ea typeface="+mj-lt"/>
                <a:cs typeface="+mj-lt"/>
              </a:rPr>
              <a:t>a Modeling Approach </a:t>
            </a:r>
            <a:r>
              <a:rPr lang="de-DE" dirty="0" err="1">
                <a:ea typeface="+mj-lt"/>
                <a:cs typeface="+mj-lt"/>
              </a:rPr>
              <a:t>for</a:t>
            </a:r>
            <a:r>
              <a:rPr lang="de-DE" dirty="0">
                <a:ea typeface="+mj-lt"/>
                <a:cs typeface="+mj-lt"/>
              </a:rPr>
              <a:t> Network Business Models</a:t>
            </a:r>
            <a:endParaRPr lang="de-DE" dirty="0"/>
          </a:p>
        </p:txBody>
      </p:sp>
      <p:sp>
        <p:nvSpPr>
          <p:cNvPr id="3" name="Textplatzhalter 2">
            <a:extLst>
              <a:ext uri="{FF2B5EF4-FFF2-40B4-BE49-F238E27FC236}">
                <a16:creationId xmlns:a16="http://schemas.microsoft.com/office/drawing/2014/main" id="{B522C1BF-FABF-D715-B009-A507E7BA61F5}"/>
              </a:ext>
            </a:extLst>
          </p:cNvPr>
          <p:cNvSpPr>
            <a:spLocks noGrp="1"/>
          </p:cNvSpPr>
          <p:nvPr>
            <p:ph type="body" sz="quarter" idx="10"/>
          </p:nvPr>
        </p:nvSpPr>
        <p:spPr>
          <a:xfrm>
            <a:off x="2514600" y="1231850"/>
            <a:ext cx="15113000" cy="8524974"/>
          </a:xfrm>
        </p:spPr>
        <p:txBody>
          <a:bodyPr vert="horz" lIns="91440" tIns="45720" rIns="91440" bIns="45720" rtlCol="0" anchor="t">
            <a:normAutofit/>
          </a:bodyPr>
          <a:lstStyle/>
          <a:p>
            <a:endParaRPr lang="de-DE" sz="2800" dirty="0">
              <a:ea typeface="+mn-lt"/>
              <a:cs typeface="+mn-lt"/>
            </a:endParaRPr>
          </a:p>
          <a:p>
            <a:r>
              <a:rPr lang="de-DE" sz="2400" b="1" dirty="0" err="1">
                <a:ea typeface="+mn-lt"/>
                <a:cs typeface="+mn-lt"/>
              </a:rPr>
              <a:t>Objective</a:t>
            </a:r>
            <a:r>
              <a:rPr lang="de-DE" sz="2400" b="1" dirty="0">
                <a:ea typeface="+mn-lt"/>
                <a:cs typeface="+mn-lt"/>
              </a:rPr>
              <a:t>: </a:t>
            </a:r>
            <a:endParaRPr lang="de-DE" sz="2400" dirty="0">
              <a:ea typeface="+mn-lt"/>
              <a:cs typeface="+mn-lt"/>
            </a:endParaRPr>
          </a:p>
          <a:p>
            <a:pPr lvl="1">
              <a:buFont typeface="Courier New" panose="020B0604020202020204" pitchFamily="34" charset="0"/>
              <a:buChar char="o"/>
            </a:pPr>
            <a:r>
              <a:rPr lang="de-DE" sz="1800" dirty="0">
                <a:ea typeface="+mn-lt"/>
                <a:cs typeface="+mn-lt"/>
              </a:rPr>
              <a:t>Link </a:t>
            </a:r>
            <a:r>
              <a:rPr lang="de-DE" sz="1800" dirty="0" err="1">
                <a:ea typeface="+mn-lt"/>
                <a:cs typeface="+mn-lt"/>
              </a:rPr>
              <a:t>operations</a:t>
            </a:r>
            <a:r>
              <a:rPr lang="de-DE" sz="1800" dirty="0">
                <a:ea typeface="+mn-lt"/>
                <a:cs typeface="+mn-lt"/>
              </a:rPr>
              <a:t> and </a:t>
            </a:r>
            <a:r>
              <a:rPr lang="de-DE" sz="1800" dirty="0" err="1">
                <a:ea typeface="+mn-lt"/>
                <a:cs typeface="+mn-lt"/>
              </a:rPr>
              <a:t>infrastructure</a:t>
            </a:r>
            <a:r>
              <a:rPr lang="de-DE" sz="1800" dirty="0">
                <a:ea typeface="+mn-lt"/>
                <a:cs typeface="+mn-lt"/>
              </a:rPr>
              <a:t> </a:t>
            </a:r>
            <a:r>
              <a:rPr lang="de-DE" sz="1800" dirty="0" err="1">
                <a:ea typeface="+mn-lt"/>
                <a:cs typeface="+mn-lt"/>
              </a:rPr>
              <a:t>requirements</a:t>
            </a:r>
            <a:r>
              <a:rPr lang="de-DE" sz="1800" dirty="0">
                <a:ea typeface="+mn-lt"/>
                <a:cs typeface="+mn-lt"/>
              </a:rPr>
              <a:t> to </a:t>
            </a:r>
            <a:r>
              <a:rPr lang="de-DE" sz="1800" dirty="0" err="1">
                <a:ea typeface="+mn-lt"/>
                <a:cs typeface="+mn-lt"/>
              </a:rPr>
              <a:t>validate</a:t>
            </a:r>
            <a:r>
              <a:rPr lang="de-DE" sz="1800" dirty="0">
                <a:ea typeface="+mn-lt"/>
                <a:cs typeface="+mn-lt"/>
              </a:rPr>
              <a:t> the </a:t>
            </a:r>
            <a:r>
              <a:rPr lang="de-DE" sz="1800" dirty="0" err="1">
                <a:ea typeface="+mn-lt"/>
                <a:cs typeface="+mn-lt"/>
              </a:rPr>
              <a:t>business</a:t>
            </a:r>
            <a:r>
              <a:rPr lang="de-DE" sz="1800" dirty="0">
                <a:ea typeface="+mn-lt"/>
                <a:cs typeface="+mn-lt"/>
              </a:rPr>
              <a:t> </a:t>
            </a:r>
            <a:r>
              <a:rPr lang="de-DE" sz="1800" dirty="0" err="1">
                <a:ea typeface="+mn-lt"/>
                <a:cs typeface="+mn-lt"/>
              </a:rPr>
              <a:t>model's</a:t>
            </a:r>
            <a:r>
              <a:rPr lang="de-DE" sz="1800" dirty="0">
                <a:ea typeface="+mn-lt"/>
                <a:cs typeface="+mn-lt"/>
              </a:rPr>
              <a:t> </a:t>
            </a:r>
            <a:r>
              <a:rPr lang="de-DE" sz="1800" dirty="0" err="1">
                <a:ea typeface="+mn-lt"/>
                <a:cs typeface="+mn-lt"/>
              </a:rPr>
              <a:t>nine</a:t>
            </a:r>
            <a:r>
              <a:rPr lang="de-DE" sz="1800" dirty="0">
                <a:ea typeface="+mn-lt"/>
                <a:cs typeface="+mn-lt"/>
              </a:rPr>
              <a:t> </a:t>
            </a:r>
            <a:r>
              <a:rPr lang="de-DE" sz="1800" dirty="0" err="1">
                <a:ea typeface="+mn-lt"/>
                <a:cs typeface="+mn-lt"/>
              </a:rPr>
              <a:t>building</a:t>
            </a:r>
            <a:r>
              <a:rPr lang="de-DE" sz="1800" dirty="0">
                <a:ea typeface="+mn-lt"/>
                <a:cs typeface="+mn-lt"/>
              </a:rPr>
              <a:t> </a:t>
            </a:r>
            <a:r>
              <a:rPr lang="de-DE" sz="1800" dirty="0" err="1">
                <a:ea typeface="+mn-lt"/>
                <a:cs typeface="+mn-lt"/>
              </a:rPr>
              <a:t>blocks</a:t>
            </a:r>
            <a:r>
              <a:rPr lang="de-DE" sz="1800" dirty="0">
                <a:ea typeface="+mn-lt"/>
                <a:cs typeface="+mn-lt"/>
              </a:rPr>
              <a:t> (BMC). </a:t>
            </a:r>
          </a:p>
          <a:p>
            <a:pPr lvl="1">
              <a:buFont typeface="Courier New" panose="020B0604020202020204" pitchFamily="34" charset="0"/>
              <a:buChar char="o"/>
            </a:pPr>
            <a:r>
              <a:rPr lang="de-DE" sz="1800" dirty="0">
                <a:ea typeface="+mn-lt"/>
                <a:cs typeface="+mn-lt"/>
              </a:rPr>
              <a:t>Analyze </a:t>
            </a:r>
            <a:r>
              <a:rPr lang="de-DE" sz="1800" dirty="0" err="1">
                <a:ea typeface="+mn-lt"/>
                <a:cs typeface="+mn-lt"/>
              </a:rPr>
              <a:t>value</a:t>
            </a:r>
            <a:r>
              <a:rPr lang="de-DE" sz="1800" dirty="0">
                <a:ea typeface="+mn-lt"/>
                <a:cs typeface="+mn-lt"/>
              </a:rPr>
              <a:t> </a:t>
            </a:r>
            <a:r>
              <a:rPr lang="de-DE" sz="1800" dirty="0" err="1">
                <a:ea typeface="+mn-lt"/>
                <a:cs typeface="+mn-lt"/>
              </a:rPr>
              <a:t>exchange</a:t>
            </a:r>
            <a:r>
              <a:rPr lang="de-DE" sz="1800" dirty="0">
                <a:ea typeface="+mn-lt"/>
                <a:cs typeface="+mn-lt"/>
              </a:rPr>
              <a:t> </a:t>
            </a:r>
            <a:r>
              <a:rPr lang="de-DE" sz="1800" dirty="0" err="1">
                <a:ea typeface="+mn-lt"/>
                <a:cs typeface="+mn-lt"/>
              </a:rPr>
              <a:t>relationships</a:t>
            </a:r>
            <a:r>
              <a:rPr lang="de-DE" sz="1800" dirty="0">
                <a:ea typeface="+mn-lt"/>
                <a:cs typeface="+mn-lt"/>
              </a:rPr>
              <a:t> and </a:t>
            </a:r>
            <a:r>
              <a:rPr lang="de-DE" sz="1800" dirty="0" err="1">
                <a:ea typeface="+mn-lt"/>
                <a:cs typeface="+mn-lt"/>
              </a:rPr>
              <a:t>simulate</a:t>
            </a:r>
            <a:r>
              <a:rPr lang="de-DE" sz="1800" dirty="0">
                <a:ea typeface="+mn-lt"/>
                <a:cs typeface="+mn-lt"/>
              </a:rPr>
              <a:t> </a:t>
            </a:r>
            <a:r>
              <a:rPr lang="de-DE" sz="1800" dirty="0" err="1">
                <a:ea typeface="+mn-lt"/>
                <a:cs typeface="+mn-lt"/>
              </a:rPr>
              <a:t>economic</a:t>
            </a:r>
            <a:r>
              <a:rPr lang="de-DE" sz="1800" dirty="0">
                <a:ea typeface="+mn-lt"/>
                <a:cs typeface="+mn-lt"/>
              </a:rPr>
              <a:t> </a:t>
            </a:r>
            <a:r>
              <a:rPr lang="de-DE" sz="1800" dirty="0" err="1">
                <a:ea typeface="+mn-lt"/>
                <a:cs typeface="+mn-lt"/>
              </a:rPr>
              <a:t>feasibility</a:t>
            </a:r>
            <a:r>
              <a:rPr lang="de-DE" sz="1800" dirty="0">
                <a:ea typeface="+mn-lt"/>
                <a:cs typeface="+mn-lt"/>
              </a:rPr>
              <a:t> </a:t>
            </a:r>
            <a:r>
              <a:rPr lang="de-DE" sz="1800" dirty="0" err="1">
                <a:ea typeface="+mn-lt"/>
                <a:cs typeface="+mn-lt"/>
              </a:rPr>
              <a:t>through</a:t>
            </a:r>
            <a:r>
              <a:rPr lang="de-DE" sz="1800" dirty="0">
                <a:ea typeface="+mn-lt"/>
                <a:cs typeface="+mn-lt"/>
              </a:rPr>
              <a:t> "</a:t>
            </a:r>
            <a:r>
              <a:rPr lang="de-DE" sz="1800" dirty="0" err="1">
                <a:ea typeface="+mn-lt"/>
                <a:cs typeface="+mn-lt"/>
              </a:rPr>
              <a:t>What-if</a:t>
            </a:r>
            <a:r>
              <a:rPr lang="de-DE" sz="1800" dirty="0">
                <a:ea typeface="+mn-lt"/>
                <a:cs typeface="+mn-lt"/>
              </a:rPr>
              <a:t>" </a:t>
            </a:r>
            <a:r>
              <a:rPr lang="de-DE" sz="1800" dirty="0" err="1">
                <a:ea typeface="+mn-lt"/>
                <a:cs typeface="+mn-lt"/>
              </a:rPr>
              <a:t>scenarios</a:t>
            </a:r>
            <a:r>
              <a:rPr lang="de-DE" sz="1800" dirty="0">
                <a:ea typeface="+mn-lt"/>
                <a:cs typeface="+mn-lt"/>
              </a:rPr>
              <a:t>. </a:t>
            </a:r>
            <a:endParaRPr lang="de-DE" dirty="0"/>
          </a:p>
          <a:p>
            <a:r>
              <a:rPr lang="de-DE" sz="2400" b="1" dirty="0" err="1">
                <a:ea typeface="+mn-lt"/>
                <a:cs typeface="+mn-lt"/>
              </a:rPr>
              <a:t>Activities</a:t>
            </a:r>
            <a:r>
              <a:rPr lang="de-DE" sz="2400" b="1" dirty="0">
                <a:ea typeface="+mn-lt"/>
                <a:cs typeface="+mn-lt"/>
              </a:rPr>
              <a:t>:</a:t>
            </a:r>
          </a:p>
          <a:p>
            <a:pPr lvl="1">
              <a:buFont typeface="Courier New" panose="020B0604020202020204" pitchFamily="34" charset="0"/>
              <a:buChar char="o"/>
            </a:pPr>
            <a:r>
              <a:rPr lang="de-DE" sz="1800" dirty="0">
                <a:ea typeface="+mn-lt"/>
                <a:cs typeface="+mn-lt"/>
              </a:rPr>
              <a:t>Conduct a </a:t>
            </a:r>
            <a:r>
              <a:rPr lang="de-DE" sz="1800" dirty="0" err="1">
                <a:ea typeface="+mn-lt"/>
                <a:cs typeface="+mn-lt"/>
              </a:rPr>
              <a:t>collaborative</a:t>
            </a:r>
            <a:r>
              <a:rPr lang="de-DE" sz="1800" dirty="0">
                <a:ea typeface="+mn-lt"/>
                <a:cs typeface="+mn-lt"/>
              </a:rPr>
              <a:t> </a:t>
            </a:r>
            <a:r>
              <a:rPr lang="de-DE" sz="1800" dirty="0" err="1">
                <a:ea typeface="+mn-lt"/>
                <a:cs typeface="+mn-lt"/>
              </a:rPr>
              <a:t>modeling</a:t>
            </a:r>
            <a:r>
              <a:rPr lang="de-DE" sz="1800" dirty="0">
                <a:ea typeface="+mn-lt"/>
                <a:cs typeface="+mn-lt"/>
              </a:rPr>
              <a:t> </a:t>
            </a:r>
            <a:r>
              <a:rPr lang="de-DE" sz="1800" dirty="0" err="1">
                <a:ea typeface="+mn-lt"/>
                <a:cs typeface="+mn-lt"/>
              </a:rPr>
              <a:t>workshop</a:t>
            </a:r>
            <a:r>
              <a:rPr lang="de-DE" sz="1800" dirty="0">
                <a:ea typeface="+mn-lt"/>
                <a:cs typeface="+mn-lt"/>
              </a:rPr>
              <a:t> </a:t>
            </a:r>
            <a:r>
              <a:rPr lang="de-DE" sz="1800" dirty="0" err="1">
                <a:ea typeface="+mn-lt"/>
                <a:cs typeface="+mn-lt"/>
              </a:rPr>
              <a:t>with</a:t>
            </a:r>
            <a:r>
              <a:rPr lang="de-DE" sz="1800" dirty="0">
                <a:ea typeface="+mn-lt"/>
                <a:cs typeface="+mn-lt"/>
              </a:rPr>
              <a:t> </a:t>
            </a:r>
            <a:r>
              <a:rPr lang="de-DE" sz="1800" dirty="0" err="1">
                <a:ea typeface="+mn-lt"/>
                <a:cs typeface="+mn-lt"/>
              </a:rPr>
              <a:t>key</a:t>
            </a:r>
            <a:r>
              <a:rPr lang="de-DE" sz="1800" dirty="0">
                <a:ea typeface="+mn-lt"/>
                <a:cs typeface="+mn-lt"/>
              </a:rPr>
              <a:t> </a:t>
            </a:r>
            <a:r>
              <a:rPr lang="de-DE" sz="1800" dirty="0" err="1">
                <a:ea typeface="+mn-lt"/>
                <a:cs typeface="+mn-lt"/>
              </a:rPr>
              <a:t>stakeholders</a:t>
            </a:r>
            <a:r>
              <a:rPr lang="de-DE" sz="1800" dirty="0">
                <a:ea typeface="+mn-lt"/>
                <a:cs typeface="+mn-lt"/>
              </a:rPr>
              <a:t> </a:t>
            </a:r>
            <a:r>
              <a:rPr lang="de-DE" sz="1800" dirty="0" err="1">
                <a:ea typeface="+mn-lt"/>
                <a:cs typeface="+mn-lt"/>
              </a:rPr>
              <a:t>to</a:t>
            </a:r>
            <a:r>
              <a:rPr lang="de-DE" sz="1800" dirty="0">
                <a:ea typeface="+mn-lt"/>
                <a:cs typeface="+mn-lt"/>
              </a:rPr>
              <a:t> </a:t>
            </a:r>
            <a:r>
              <a:rPr lang="de-DE" sz="1800" dirty="0" err="1">
                <a:ea typeface="+mn-lt"/>
                <a:cs typeface="+mn-lt"/>
              </a:rPr>
              <a:t>validate</a:t>
            </a:r>
            <a:r>
              <a:rPr lang="de-DE" sz="1800" dirty="0">
                <a:ea typeface="+mn-lt"/>
                <a:cs typeface="+mn-lt"/>
              </a:rPr>
              <a:t> </a:t>
            </a:r>
            <a:r>
              <a:rPr lang="de-DE" sz="1800" dirty="0" err="1">
                <a:ea typeface="+mn-lt"/>
                <a:cs typeface="+mn-lt"/>
              </a:rPr>
              <a:t>the</a:t>
            </a:r>
            <a:r>
              <a:rPr lang="de-DE" sz="1800" dirty="0">
                <a:ea typeface="+mn-lt"/>
                <a:cs typeface="+mn-lt"/>
              </a:rPr>
              <a:t> </a:t>
            </a:r>
            <a:r>
              <a:rPr lang="de-DE" sz="1800" dirty="0" err="1">
                <a:ea typeface="+mn-lt"/>
                <a:cs typeface="+mn-lt"/>
              </a:rPr>
              <a:t>business</a:t>
            </a:r>
            <a:r>
              <a:rPr lang="de-DE" sz="1800" dirty="0">
                <a:ea typeface="+mn-lt"/>
                <a:cs typeface="+mn-lt"/>
              </a:rPr>
              <a:t> </a:t>
            </a:r>
            <a:r>
              <a:rPr lang="de-DE" sz="1800" dirty="0" err="1">
                <a:ea typeface="+mn-lt"/>
                <a:cs typeface="+mn-lt"/>
              </a:rPr>
              <a:t>model's</a:t>
            </a:r>
            <a:r>
              <a:rPr lang="de-DE" sz="1800" dirty="0">
                <a:ea typeface="+mn-lt"/>
                <a:cs typeface="+mn-lt"/>
              </a:rPr>
              <a:t> </a:t>
            </a:r>
            <a:r>
              <a:rPr lang="de-DE" sz="1800" dirty="0" err="1">
                <a:ea typeface="+mn-lt"/>
                <a:cs typeface="+mn-lt"/>
              </a:rPr>
              <a:t>value</a:t>
            </a:r>
            <a:r>
              <a:rPr lang="de-DE" sz="1800" dirty="0">
                <a:ea typeface="+mn-lt"/>
                <a:cs typeface="+mn-lt"/>
              </a:rPr>
              <a:t> </a:t>
            </a:r>
            <a:r>
              <a:rPr lang="de-DE" sz="1800" dirty="0" err="1">
                <a:ea typeface="+mn-lt"/>
                <a:cs typeface="+mn-lt"/>
              </a:rPr>
              <a:t>dimensions</a:t>
            </a:r>
            <a:r>
              <a:rPr lang="de-DE" sz="1800" dirty="0">
                <a:ea typeface="+mn-lt"/>
                <a:cs typeface="+mn-lt"/>
              </a:rPr>
              <a:t>.</a:t>
            </a:r>
          </a:p>
          <a:p>
            <a:pPr lvl="1">
              <a:buFont typeface="Courier New" panose="020B0604020202020204" pitchFamily="34" charset="0"/>
              <a:buChar char="o"/>
            </a:pPr>
            <a:r>
              <a:rPr lang="de-DE" sz="1800" dirty="0" err="1">
                <a:ea typeface="+mn-lt"/>
                <a:cs typeface="+mn-lt"/>
              </a:rPr>
              <a:t>Map</a:t>
            </a:r>
            <a:r>
              <a:rPr lang="de-DE" sz="1800" dirty="0">
                <a:ea typeface="+mn-lt"/>
                <a:cs typeface="+mn-lt"/>
              </a:rPr>
              <a:t> BMC/BPMN </a:t>
            </a:r>
            <a:r>
              <a:rPr lang="de-DE" sz="1800" dirty="0" err="1">
                <a:ea typeface="+mn-lt"/>
                <a:cs typeface="+mn-lt"/>
              </a:rPr>
              <a:t>components</a:t>
            </a:r>
            <a:r>
              <a:rPr lang="de-DE" sz="1800" dirty="0">
                <a:ea typeface="+mn-lt"/>
                <a:cs typeface="+mn-lt"/>
              </a:rPr>
              <a:t> (e.g., Key Partners, Customer Segments, </a:t>
            </a:r>
            <a:r>
              <a:rPr lang="de-DE" sz="1800" dirty="0" err="1">
                <a:ea typeface="+mn-lt"/>
                <a:cs typeface="+mn-lt"/>
              </a:rPr>
              <a:t>Activities</a:t>
            </a:r>
            <a:r>
              <a:rPr lang="de-DE" sz="1800" dirty="0">
                <a:ea typeface="+mn-lt"/>
                <a:cs typeface="+mn-lt"/>
              </a:rPr>
              <a:t>) </a:t>
            </a:r>
            <a:r>
              <a:rPr lang="de-DE" sz="1800" dirty="0" err="1">
                <a:ea typeface="+mn-lt"/>
                <a:cs typeface="+mn-lt"/>
              </a:rPr>
              <a:t>to</a:t>
            </a:r>
            <a:r>
              <a:rPr lang="de-DE" sz="1800" dirty="0">
                <a:ea typeface="+mn-lt"/>
                <a:cs typeface="+mn-lt"/>
              </a:rPr>
              <a:t> e3Value.</a:t>
            </a:r>
            <a:endParaRPr lang="de-DE" dirty="0">
              <a:ea typeface="+mn-lt"/>
              <a:cs typeface="+mn-lt"/>
            </a:endParaRPr>
          </a:p>
          <a:p>
            <a:pPr lvl="1">
              <a:buFont typeface="Courier New" panose="020B0604020202020204" pitchFamily="34" charset="0"/>
              <a:buChar char="o"/>
            </a:pPr>
            <a:r>
              <a:rPr lang="de-DE" sz="1800" dirty="0">
                <a:ea typeface="+mn-lt"/>
                <a:cs typeface="+mn-lt"/>
              </a:rPr>
              <a:t>Analyze </a:t>
            </a:r>
            <a:r>
              <a:rPr lang="de-DE" sz="1800" dirty="0" err="1">
                <a:ea typeface="+mn-lt"/>
                <a:cs typeface="+mn-lt"/>
              </a:rPr>
              <a:t>actors</a:t>
            </a:r>
            <a:r>
              <a:rPr lang="de-DE" sz="1800" dirty="0">
                <a:ea typeface="+mn-lt"/>
                <a:cs typeface="+mn-lt"/>
              </a:rPr>
              <a:t>, </a:t>
            </a:r>
            <a:r>
              <a:rPr lang="de-DE" sz="1800" dirty="0" err="1">
                <a:ea typeface="+mn-lt"/>
                <a:cs typeface="+mn-lt"/>
              </a:rPr>
              <a:t>value</a:t>
            </a:r>
            <a:r>
              <a:rPr lang="de-DE" sz="1800" dirty="0">
                <a:ea typeface="+mn-lt"/>
                <a:cs typeface="+mn-lt"/>
              </a:rPr>
              <a:t> </a:t>
            </a:r>
            <a:r>
              <a:rPr lang="de-DE" sz="1800" dirty="0" err="1">
                <a:ea typeface="+mn-lt"/>
                <a:cs typeface="+mn-lt"/>
              </a:rPr>
              <a:t>exchange</a:t>
            </a:r>
            <a:r>
              <a:rPr lang="de-DE" sz="1800" dirty="0">
                <a:ea typeface="+mn-lt"/>
                <a:cs typeface="+mn-lt"/>
              </a:rPr>
              <a:t> </a:t>
            </a:r>
            <a:r>
              <a:rPr lang="de-DE" sz="1800" dirty="0" err="1">
                <a:ea typeface="+mn-lt"/>
                <a:cs typeface="+mn-lt"/>
              </a:rPr>
              <a:t>relationships</a:t>
            </a:r>
            <a:r>
              <a:rPr lang="de-DE" sz="1800" dirty="0">
                <a:ea typeface="+mn-lt"/>
                <a:cs typeface="+mn-lt"/>
              </a:rPr>
              <a:t>, and </a:t>
            </a:r>
            <a:r>
              <a:rPr lang="de-DE" sz="1800" dirty="0" err="1">
                <a:ea typeface="+mn-lt"/>
                <a:cs typeface="+mn-lt"/>
              </a:rPr>
              <a:t>infrastructure</a:t>
            </a:r>
            <a:r>
              <a:rPr lang="de-DE" sz="1800" dirty="0">
                <a:ea typeface="+mn-lt"/>
                <a:cs typeface="+mn-lt"/>
              </a:rPr>
              <a:t> </a:t>
            </a:r>
            <a:r>
              <a:rPr lang="de-DE" sz="1800" dirty="0" err="1">
                <a:ea typeface="+mn-lt"/>
                <a:cs typeface="+mn-lt"/>
              </a:rPr>
              <a:t>needs</a:t>
            </a:r>
            <a:r>
              <a:rPr lang="de-DE" sz="1800" dirty="0">
                <a:ea typeface="+mn-lt"/>
                <a:cs typeface="+mn-lt"/>
              </a:rPr>
              <a:t> (e.g., </a:t>
            </a:r>
            <a:r>
              <a:rPr lang="de-DE" sz="1800" dirty="0" err="1">
                <a:ea typeface="+mn-lt"/>
                <a:cs typeface="+mn-lt"/>
              </a:rPr>
              <a:t>facilities</a:t>
            </a:r>
            <a:r>
              <a:rPr lang="de-DE" sz="1800" dirty="0">
                <a:ea typeface="+mn-lt"/>
                <a:cs typeface="+mn-lt"/>
              </a:rPr>
              <a:t>, </a:t>
            </a:r>
            <a:r>
              <a:rPr lang="de-DE" sz="1800" dirty="0" err="1">
                <a:ea typeface="+mn-lt"/>
                <a:cs typeface="+mn-lt"/>
              </a:rPr>
              <a:t>equipment</a:t>
            </a:r>
            <a:r>
              <a:rPr lang="de-DE" sz="1800" dirty="0">
                <a:ea typeface="+mn-lt"/>
                <a:cs typeface="+mn-lt"/>
              </a:rPr>
              <a:t>).</a:t>
            </a:r>
            <a:endParaRPr lang="de-DE" dirty="0">
              <a:ea typeface="+mn-lt"/>
              <a:cs typeface="+mn-lt"/>
            </a:endParaRPr>
          </a:p>
          <a:p>
            <a:pPr lvl="1">
              <a:buFont typeface="Courier New" panose="020B0604020202020204" pitchFamily="34" charset="0"/>
              <a:buChar char="o"/>
            </a:pPr>
            <a:r>
              <a:rPr lang="de-DE" sz="1800" dirty="0" err="1">
                <a:ea typeface="+mn-lt"/>
                <a:cs typeface="+mn-lt"/>
              </a:rPr>
              <a:t>Simulate</a:t>
            </a:r>
            <a:r>
              <a:rPr lang="de-DE" sz="1800" dirty="0">
                <a:ea typeface="+mn-lt"/>
                <a:cs typeface="+mn-lt"/>
              </a:rPr>
              <a:t> "</a:t>
            </a:r>
            <a:r>
              <a:rPr lang="de-DE" sz="1800" dirty="0" err="1">
                <a:ea typeface="+mn-lt"/>
                <a:cs typeface="+mn-lt"/>
              </a:rPr>
              <a:t>What-if</a:t>
            </a:r>
            <a:r>
              <a:rPr lang="de-DE" sz="1800" dirty="0">
                <a:ea typeface="+mn-lt"/>
                <a:cs typeface="+mn-lt"/>
              </a:rPr>
              <a:t>" </a:t>
            </a:r>
            <a:r>
              <a:rPr lang="de-DE" sz="1800" dirty="0" err="1">
                <a:ea typeface="+mn-lt"/>
                <a:cs typeface="+mn-lt"/>
              </a:rPr>
              <a:t>scenarios</a:t>
            </a:r>
            <a:r>
              <a:rPr lang="de-DE" sz="1800" dirty="0">
                <a:ea typeface="+mn-lt"/>
                <a:cs typeface="+mn-lt"/>
              </a:rPr>
              <a:t> for Value Capture, Delivery, and </a:t>
            </a:r>
            <a:r>
              <a:rPr lang="de-DE" sz="1800" dirty="0" err="1">
                <a:ea typeface="+mn-lt"/>
                <a:cs typeface="+mn-lt"/>
              </a:rPr>
              <a:t>Creation</a:t>
            </a:r>
            <a:r>
              <a:rPr lang="de-DE" sz="1800" dirty="0">
                <a:ea typeface="+mn-lt"/>
                <a:cs typeface="+mn-lt"/>
              </a:rPr>
              <a:t>, </a:t>
            </a:r>
            <a:r>
              <a:rPr lang="de-DE" sz="1800" dirty="0" err="1">
                <a:ea typeface="+mn-lt"/>
                <a:cs typeface="+mn-lt"/>
              </a:rPr>
              <a:t>focusing</a:t>
            </a:r>
            <a:r>
              <a:rPr lang="de-DE" sz="1800" dirty="0">
                <a:ea typeface="+mn-lt"/>
                <a:cs typeface="+mn-lt"/>
              </a:rPr>
              <a:t> on </a:t>
            </a:r>
            <a:r>
              <a:rPr lang="de-DE" sz="1800" dirty="0" err="1">
                <a:ea typeface="+mn-lt"/>
                <a:cs typeface="+mn-lt"/>
              </a:rPr>
              <a:t>costs</a:t>
            </a:r>
            <a:r>
              <a:rPr lang="de-DE" sz="1800" dirty="0">
                <a:ea typeface="+mn-lt"/>
                <a:cs typeface="+mn-lt"/>
              </a:rPr>
              <a:t>, </a:t>
            </a:r>
            <a:r>
              <a:rPr lang="de-DE" sz="1800" dirty="0" err="1">
                <a:ea typeface="+mn-lt"/>
                <a:cs typeface="+mn-lt"/>
              </a:rPr>
              <a:t>revenues</a:t>
            </a:r>
            <a:r>
              <a:rPr lang="de-DE" sz="1800" dirty="0">
                <a:ea typeface="+mn-lt"/>
                <a:cs typeface="+mn-lt"/>
              </a:rPr>
              <a:t>, and </a:t>
            </a:r>
            <a:r>
              <a:rPr lang="de-DE" sz="1800" dirty="0" err="1">
                <a:ea typeface="+mn-lt"/>
                <a:cs typeface="+mn-lt"/>
              </a:rPr>
              <a:t>market</a:t>
            </a:r>
            <a:r>
              <a:rPr lang="de-DE" sz="1800" dirty="0">
                <a:ea typeface="+mn-lt"/>
                <a:cs typeface="+mn-lt"/>
              </a:rPr>
              <a:t> </a:t>
            </a:r>
            <a:r>
              <a:rPr lang="de-DE" sz="1800" dirty="0" err="1">
                <a:ea typeface="+mn-lt"/>
                <a:cs typeface="+mn-lt"/>
              </a:rPr>
              <a:t>dynamics</a:t>
            </a:r>
            <a:r>
              <a:rPr lang="de-DE" sz="1800" dirty="0">
                <a:ea typeface="+mn-lt"/>
                <a:cs typeface="+mn-lt"/>
              </a:rPr>
              <a:t>.</a:t>
            </a:r>
            <a:endParaRPr lang="de-DE" dirty="0">
              <a:ea typeface="Open Sans"/>
              <a:cs typeface="Open Sans"/>
            </a:endParaRPr>
          </a:p>
          <a:p>
            <a:r>
              <a:rPr lang="de-DE" sz="2400" b="1" dirty="0">
                <a:ea typeface="+mn-lt"/>
                <a:cs typeface="+mn-lt"/>
              </a:rPr>
              <a:t>Output: </a:t>
            </a:r>
            <a:endParaRPr lang="de-DE" sz="2400" dirty="0">
              <a:ea typeface="+mn-lt"/>
              <a:cs typeface="+mn-lt"/>
            </a:endParaRPr>
          </a:p>
          <a:p>
            <a:pPr lvl="1">
              <a:buFont typeface="Courier New" panose="020B0604020202020204" pitchFamily="34" charset="0"/>
              <a:buChar char="o"/>
            </a:pPr>
            <a:r>
              <a:rPr lang="de-DE" sz="1800" dirty="0" err="1">
                <a:ea typeface="+mn-lt"/>
                <a:cs typeface="+mn-lt"/>
              </a:rPr>
              <a:t>Validated</a:t>
            </a:r>
            <a:r>
              <a:rPr lang="de-DE" sz="1800" dirty="0">
                <a:ea typeface="+mn-lt"/>
                <a:cs typeface="+mn-lt"/>
              </a:rPr>
              <a:t> BMC </a:t>
            </a:r>
            <a:r>
              <a:rPr lang="de-DE" sz="1800" dirty="0" err="1">
                <a:ea typeface="+mn-lt"/>
                <a:cs typeface="+mn-lt"/>
              </a:rPr>
              <a:t>with</a:t>
            </a:r>
            <a:r>
              <a:rPr lang="de-DE" sz="1800" dirty="0">
                <a:ea typeface="+mn-lt"/>
                <a:cs typeface="+mn-lt"/>
              </a:rPr>
              <a:t> </a:t>
            </a:r>
            <a:r>
              <a:rPr lang="de-DE" sz="1800" dirty="0" err="1">
                <a:ea typeface="+mn-lt"/>
                <a:cs typeface="+mn-lt"/>
              </a:rPr>
              <a:t>integrated</a:t>
            </a:r>
            <a:r>
              <a:rPr lang="de-DE" sz="1800" dirty="0">
                <a:ea typeface="+mn-lt"/>
                <a:cs typeface="+mn-lt"/>
              </a:rPr>
              <a:t> </a:t>
            </a:r>
            <a:r>
              <a:rPr lang="de-DE" sz="1800" dirty="0" err="1">
                <a:ea typeface="+mn-lt"/>
                <a:cs typeface="+mn-lt"/>
              </a:rPr>
              <a:t>insights</a:t>
            </a:r>
            <a:r>
              <a:rPr lang="de-DE" sz="1800" dirty="0">
                <a:ea typeface="+mn-lt"/>
                <a:cs typeface="+mn-lt"/>
              </a:rPr>
              <a:t> </a:t>
            </a:r>
            <a:r>
              <a:rPr lang="de-DE" sz="1800" dirty="0" err="1">
                <a:ea typeface="+mn-lt"/>
                <a:cs typeface="+mn-lt"/>
              </a:rPr>
              <a:t>into</a:t>
            </a:r>
            <a:r>
              <a:rPr lang="de-DE" sz="1800" dirty="0">
                <a:ea typeface="+mn-lt"/>
                <a:cs typeface="+mn-lt"/>
              </a:rPr>
              <a:t> </a:t>
            </a:r>
            <a:r>
              <a:rPr lang="de-DE" sz="1800" dirty="0" err="1">
                <a:ea typeface="+mn-lt"/>
                <a:cs typeface="+mn-lt"/>
              </a:rPr>
              <a:t>operations</a:t>
            </a:r>
            <a:r>
              <a:rPr lang="de-DE" sz="1800" dirty="0">
                <a:ea typeface="+mn-lt"/>
                <a:cs typeface="+mn-lt"/>
              </a:rPr>
              <a:t> and </a:t>
            </a:r>
            <a:r>
              <a:rPr lang="de-DE" sz="1800" dirty="0" err="1">
                <a:ea typeface="+mn-lt"/>
                <a:cs typeface="+mn-lt"/>
              </a:rPr>
              <a:t>infrastructure</a:t>
            </a:r>
            <a:r>
              <a:rPr lang="de-DE" sz="1800" dirty="0">
                <a:ea typeface="+mn-lt"/>
                <a:cs typeface="+mn-lt"/>
              </a:rPr>
              <a:t>.</a:t>
            </a:r>
          </a:p>
          <a:p>
            <a:pPr lvl="1">
              <a:buFont typeface="Courier New" panose="020B0604020202020204" pitchFamily="34" charset="0"/>
              <a:buChar char="o"/>
            </a:pPr>
            <a:r>
              <a:rPr lang="de-DE" sz="1800" dirty="0" err="1">
                <a:ea typeface="+mn-lt"/>
                <a:cs typeface="+mn-lt"/>
              </a:rPr>
              <a:t>Simulated</a:t>
            </a:r>
            <a:r>
              <a:rPr lang="de-DE" sz="1800" dirty="0">
                <a:ea typeface="+mn-lt"/>
                <a:cs typeface="+mn-lt"/>
              </a:rPr>
              <a:t> KPIs (</a:t>
            </a:r>
            <a:r>
              <a:rPr lang="de-DE" sz="1800" dirty="0" err="1">
                <a:ea typeface="+mn-lt"/>
                <a:cs typeface="+mn-lt"/>
              </a:rPr>
              <a:t>costs</a:t>
            </a:r>
            <a:r>
              <a:rPr lang="de-DE" sz="1800" dirty="0">
                <a:ea typeface="+mn-lt"/>
                <a:cs typeface="+mn-lt"/>
              </a:rPr>
              <a:t>, </a:t>
            </a:r>
            <a:r>
              <a:rPr lang="de-DE" sz="1800" dirty="0" err="1">
                <a:ea typeface="+mn-lt"/>
                <a:cs typeface="+mn-lt"/>
              </a:rPr>
              <a:t>revenues</a:t>
            </a:r>
            <a:r>
              <a:rPr lang="de-DE" sz="1800" dirty="0">
                <a:ea typeface="+mn-lt"/>
                <a:cs typeface="+mn-lt"/>
              </a:rPr>
              <a:t>, and </a:t>
            </a:r>
            <a:r>
              <a:rPr lang="de-DE" sz="1800" dirty="0" err="1">
                <a:ea typeface="+mn-lt"/>
                <a:cs typeface="+mn-lt"/>
              </a:rPr>
              <a:t>profits</a:t>
            </a:r>
            <a:r>
              <a:rPr lang="de-DE" sz="1800" dirty="0">
                <a:ea typeface="+mn-lt"/>
                <a:cs typeface="+mn-lt"/>
              </a:rPr>
              <a:t>).</a:t>
            </a:r>
          </a:p>
          <a:p>
            <a:pPr lvl="1">
              <a:buFont typeface="Courier New" panose="020B0604020202020204" pitchFamily="34" charset="0"/>
              <a:buChar char="o"/>
            </a:pPr>
            <a:r>
              <a:rPr lang="de-DE" sz="1800" dirty="0" err="1">
                <a:ea typeface="+mn-lt"/>
                <a:cs typeface="+mn-lt"/>
              </a:rPr>
              <a:t>Defined</a:t>
            </a:r>
            <a:r>
              <a:rPr lang="de-DE" sz="1800" dirty="0">
                <a:ea typeface="+mn-lt"/>
                <a:cs typeface="+mn-lt"/>
              </a:rPr>
              <a:t> </a:t>
            </a:r>
            <a:r>
              <a:rPr lang="de-DE" sz="1800" dirty="0" err="1">
                <a:ea typeface="+mn-lt"/>
                <a:cs typeface="+mn-lt"/>
              </a:rPr>
              <a:t>infrastructure</a:t>
            </a:r>
            <a:r>
              <a:rPr lang="de-DE" sz="1800" dirty="0">
                <a:ea typeface="+mn-lt"/>
                <a:cs typeface="+mn-lt"/>
              </a:rPr>
              <a:t> and </a:t>
            </a:r>
            <a:r>
              <a:rPr lang="de-DE" sz="1800" dirty="0" err="1">
                <a:ea typeface="+mn-lt"/>
                <a:cs typeface="+mn-lt"/>
              </a:rPr>
              <a:t>resource</a:t>
            </a:r>
            <a:r>
              <a:rPr lang="de-DE" sz="1800" dirty="0">
                <a:ea typeface="+mn-lt"/>
                <a:cs typeface="+mn-lt"/>
              </a:rPr>
              <a:t> </a:t>
            </a:r>
            <a:r>
              <a:rPr lang="de-DE" sz="1800" dirty="0" err="1">
                <a:ea typeface="+mn-lt"/>
                <a:cs typeface="+mn-lt"/>
              </a:rPr>
              <a:t>requirements</a:t>
            </a:r>
            <a:r>
              <a:rPr lang="de-DE" sz="1800" dirty="0">
                <a:ea typeface="+mn-lt"/>
                <a:cs typeface="+mn-lt"/>
              </a:rPr>
              <a:t> </a:t>
            </a:r>
            <a:r>
              <a:rPr lang="de-DE" sz="1800" dirty="0" err="1">
                <a:ea typeface="+mn-lt"/>
                <a:cs typeface="+mn-lt"/>
              </a:rPr>
              <a:t>for</a:t>
            </a:r>
            <a:r>
              <a:rPr lang="de-DE" sz="1800" dirty="0">
                <a:ea typeface="+mn-lt"/>
                <a:cs typeface="+mn-lt"/>
              </a:rPr>
              <a:t> </a:t>
            </a:r>
            <a:r>
              <a:rPr lang="de-DE" sz="1800" dirty="0" err="1">
                <a:ea typeface="+mn-lt"/>
                <a:cs typeface="+mn-lt"/>
              </a:rPr>
              <a:t>business</a:t>
            </a:r>
            <a:r>
              <a:rPr lang="de-DE" sz="1800" dirty="0">
                <a:ea typeface="+mn-lt"/>
                <a:cs typeface="+mn-lt"/>
              </a:rPr>
              <a:t> </a:t>
            </a:r>
            <a:r>
              <a:rPr lang="de-DE" sz="1800" dirty="0" err="1">
                <a:ea typeface="+mn-lt"/>
                <a:cs typeface="+mn-lt"/>
              </a:rPr>
              <a:t>model</a:t>
            </a:r>
            <a:r>
              <a:rPr lang="de-DE" sz="1800" dirty="0">
                <a:ea typeface="+mn-lt"/>
                <a:cs typeface="+mn-lt"/>
              </a:rPr>
              <a:t> </a:t>
            </a:r>
            <a:r>
              <a:rPr lang="de-DE" sz="1800" dirty="0" err="1">
                <a:ea typeface="+mn-lt"/>
                <a:cs typeface="+mn-lt"/>
              </a:rPr>
              <a:t>implementation</a:t>
            </a:r>
            <a:r>
              <a:rPr lang="de-DE" sz="1800" dirty="0">
                <a:ea typeface="+mn-lt"/>
                <a:cs typeface="+mn-lt"/>
              </a:rPr>
              <a:t>.</a:t>
            </a:r>
            <a:endParaRPr lang="de-DE" sz="1800" dirty="0">
              <a:ea typeface="Open Sans"/>
              <a:cs typeface="Open Sans"/>
            </a:endParaRPr>
          </a:p>
        </p:txBody>
      </p:sp>
    </p:spTree>
    <p:extLst>
      <p:ext uri="{BB962C8B-B14F-4D97-AF65-F5344CB8AC3E}">
        <p14:creationId xmlns:p14="http://schemas.microsoft.com/office/powerpoint/2010/main" val="3578000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B3B45A-E38B-91FE-C8C4-5DED3691FDAB}"/>
              </a:ext>
            </a:extLst>
          </p:cNvPr>
          <p:cNvSpPr>
            <a:spLocks noGrp="1"/>
          </p:cNvSpPr>
          <p:nvPr>
            <p:ph type="title"/>
          </p:nvPr>
        </p:nvSpPr>
        <p:spPr/>
        <p:txBody>
          <a:bodyPr lIns="91440" tIns="45720" rIns="91440" bIns="45720" anchor="t"/>
          <a:lstStyle/>
          <a:p>
            <a:r>
              <a:rPr lang="de-DE" dirty="0">
                <a:ea typeface="Open Sans"/>
                <a:cs typeface="Open Sans"/>
              </a:rPr>
              <a:t>BMC, e3Value and BPMN</a:t>
            </a:r>
            <a:endParaRPr lang="de-DE" dirty="0"/>
          </a:p>
        </p:txBody>
      </p:sp>
      <p:pic>
        <p:nvPicPr>
          <p:cNvPr id="27" name="Grafik 26">
            <a:extLst>
              <a:ext uri="{FF2B5EF4-FFF2-40B4-BE49-F238E27FC236}">
                <a16:creationId xmlns:a16="http://schemas.microsoft.com/office/drawing/2014/main" id="{F21CFE73-2F82-44A7-8573-91C904F4DD99}"/>
              </a:ext>
            </a:extLst>
          </p:cNvPr>
          <p:cNvPicPr>
            <a:picLocks noChangeAspect="1"/>
          </p:cNvPicPr>
          <p:nvPr/>
        </p:nvPicPr>
        <p:blipFill>
          <a:blip r:embed="rId2"/>
          <a:stretch>
            <a:fillRect/>
          </a:stretch>
        </p:blipFill>
        <p:spPr>
          <a:xfrm>
            <a:off x="3694680" y="1336175"/>
            <a:ext cx="12749346" cy="7933299"/>
          </a:xfrm>
          <a:prstGeom prst="rect">
            <a:avLst/>
          </a:prstGeom>
        </p:spPr>
      </p:pic>
    </p:spTree>
    <p:extLst>
      <p:ext uri="{BB962C8B-B14F-4D97-AF65-F5344CB8AC3E}">
        <p14:creationId xmlns:p14="http://schemas.microsoft.com/office/powerpoint/2010/main" val="4257139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2D324-0998-47DC-DC01-110D7CD451E0}"/>
              </a:ext>
            </a:extLst>
          </p:cNvPr>
          <p:cNvSpPr>
            <a:spLocks noGrp="1"/>
          </p:cNvSpPr>
          <p:nvPr>
            <p:ph type="title"/>
          </p:nvPr>
        </p:nvSpPr>
        <p:spPr/>
        <p:txBody>
          <a:bodyPr/>
          <a:lstStyle/>
          <a:p>
            <a:r>
              <a:rPr lang="en-US" dirty="0"/>
              <a:t>Form BMC to a network business model</a:t>
            </a:r>
          </a:p>
        </p:txBody>
      </p:sp>
      <p:sp>
        <p:nvSpPr>
          <p:cNvPr id="4" name="Textfeld 3">
            <a:extLst>
              <a:ext uri="{FF2B5EF4-FFF2-40B4-BE49-F238E27FC236}">
                <a16:creationId xmlns:a16="http://schemas.microsoft.com/office/drawing/2014/main" id="{F89739B1-5254-6139-0913-DE7D23009FA2}"/>
              </a:ext>
            </a:extLst>
          </p:cNvPr>
          <p:cNvSpPr txBox="1"/>
          <p:nvPr/>
        </p:nvSpPr>
        <p:spPr>
          <a:xfrm>
            <a:off x="2514600" y="2254260"/>
            <a:ext cx="6629400" cy="4893647"/>
          </a:xfrm>
          <a:prstGeom prst="rect">
            <a:avLst/>
          </a:prstGeom>
          <a:noFill/>
        </p:spPr>
        <p:txBody>
          <a:bodyPr wrap="square" rtlCol="0">
            <a:spAutoFit/>
          </a:bodyPr>
          <a:lstStyle/>
          <a:p>
            <a:pPr algn="just"/>
            <a:r>
              <a:rPr lang="en-US" sz="2400" b="1" dirty="0"/>
              <a:t>Modeling and simulation of a value network (Structure Modell)</a:t>
            </a:r>
            <a:endParaRPr lang="en-US" sz="2400" dirty="0"/>
          </a:p>
          <a:p>
            <a:pPr marL="257175" indent="-257175">
              <a:buFont typeface="Arial" panose="020B0604020202020204" pitchFamily="34" charset="0"/>
              <a:buChar char="•"/>
            </a:pPr>
            <a:r>
              <a:rPr lang="en-US" sz="2400" dirty="0"/>
              <a:t>Differentiation of customers into homogeneous segments</a:t>
            </a:r>
          </a:p>
          <a:p>
            <a:pPr marL="257175" indent="-257175">
              <a:buFont typeface="Arial" panose="020B0604020202020204" pitchFamily="34" charset="0"/>
              <a:buChar char="•"/>
            </a:pPr>
            <a:r>
              <a:rPr lang="en-US" sz="2400" dirty="0"/>
              <a:t>Differentiation of the offered products/services </a:t>
            </a:r>
          </a:p>
          <a:p>
            <a:pPr marL="257175" indent="-257175">
              <a:buFont typeface="Arial" panose="020B0604020202020204" pitchFamily="34" charset="0"/>
              <a:buChar char="•"/>
            </a:pPr>
            <a:r>
              <a:rPr lang="en-US" sz="2400" dirty="0"/>
              <a:t>Listing of all (relevant) actors: suppliers, service providers, etc.</a:t>
            </a:r>
          </a:p>
          <a:p>
            <a:pPr marL="257175" indent="-257175">
              <a:buFont typeface="Arial" panose="020B0604020202020204" pitchFamily="34" charset="0"/>
              <a:buChar char="•"/>
            </a:pPr>
            <a:r>
              <a:rPr lang="en-US" sz="2400" dirty="0"/>
              <a:t>Listing of all value exchanges in the value chain according to price-quantity-specification</a:t>
            </a:r>
          </a:p>
          <a:p>
            <a:pPr marL="257175" indent="-257175">
              <a:buFont typeface="Arial" panose="020B0604020202020204" pitchFamily="34" charset="0"/>
              <a:buChar char="•"/>
            </a:pPr>
            <a:r>
              <a:rPr lang="en-US" sz="2400" dirty="0"/>
              <a:t>Period of the simulation e.g. 5 years</a:t>
            </a:r>
          </a:p>
          <a:p>
            <a:pPr marL="257175" indent="-257175">
              <a:buFont typeface="Arial" panose="020B0604020202020204" pitchFamily="34" charset="0"/>
              <a:buChar char="•"/>
            </a:pPr>
            <a:r>
              <a:rPr lang="en-US" sz="2400" dirty="0"/>
              <a:t>Market volume</a:t>
            </a:r>
            <a:r>
              <a:rPr lang="de-DE" sz="2400" dirty="0"/>
              <a:t> </a:t>
            </a:r>
          </a:p>
        </p:txBody>
      </p:sp>
      <p:pic>
        <p:nvPicPr>
          <p:cNvPr id="5" name="Grafik 4">
            <a:extLst>
              <a:ext uri="{FF2B5EF4-FFF2-40B4-BE49-F238E27FC236}">
                <a16:creationId xmlns:a16="http://schemas.microsoft.com/office/drawing/2014/main" id="{9F837652-C3D4-F7A9-0F9E-82E4BE49062C}"/>
              </a:ext>
            </a:extLst>
          </p:cNvPr>
          <p:cNvPicPr>
            <a:picLocks noChangeAspect="1"/>
          </p:cNvPicPr>
          <p:nvPr/>
        </p:nvPicPr>
        <p:blipFill>
          <a:blip r:embed="rId2"/>
          <a:stretch>
            <a:fillRect/>
          </a:stretch>
        </p:blipFill>
        <p:spPr>
          <a:xfrm>
            <a:off x="10071100" y="1922808"/>
            <a:ext cx="6418080" cy="7362245"/>
          </a:xfrm>
          <a:prstGeom prst="rect">
            <a:avLst/>
          </a:prstGeom>
        </p:spPr>
      </p:pic>
    </p:spTree>
    <p:extLst>
      <p:ext uri="{BB962C8B-B14F-4D97-AF65-F5344CB8AC3E}">
        <p14:creationId xmlns:p14="http://schemas.microsoft.com/office/powerpoint/2010/main" val="1422320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4ED45F-1A5A-425F-80C7-9F2AB8BFC8E8}"/>
              </a:ext>
            </a:extLst>
          </p:cNvPr>
          <p:cNvSpPr>
            <a:spLocks noGrp="1"/>
          </p:cNvSpPr>
          <p:nvPr>
            <p:ph type="title"/>
          </p:nvPr>
        </p:nvSpPr>
        <p:spPr/>
        <p:txBody>
          <a:bodyPr lIns="91440" tIns="45720" rIns="91440" bIns="45720" anchor="t"/>
          <a:lstStyle/>
          <a:p>
            <a:r>
              <a:rPr lang="de-DE" dirty="0">
                <a:ea typeface="Open Sans"/>
                <a:cs typeface="Open Sans"/>
              </a:rPr>
              <a:t>e3Value</a:t>
            </a:r>
            <a:endParaRPr lang="de-DE" dirty="0"/>
          </a:p>
        </p:txBody>
      </p:sp>
      <p:pic>
        <p:nvPicPr>
          <p:cNvPr id="3" name="Grafik 2" descr="Ein Bild, das Text, Diagramm, Schwarzweiß, Schrift enthält.&#10;&#10;Beschreibung automatisch generiert.">
            <a:extLst>
              <a:ext uri="{FF2B5EF4-FFF2-40B4-BE49-F238E27FC236}">
                <a16:creationId xmlns:a16="http://schemas.microsoft.com/office/drawing/2014/main" id="{D8DD738C-C558-7B26-89B0-7B5F1BC0AA80}"/>
              </a:ext>
            </a:extLst>
          </p:cNvPr>
          <p:cNvPicPr>
            <a:picLocks noChangeAspect="1"/>
          </p:cNvPicPr>
          <p:nvPr/>
        </p:nvPicPr>
        <p:blipFill>
          <a:blip r:embed="rId2"/>
          <a:stretch>
            <a:fillRect/>
          </a:stretch>
        </p:blipFill>
        <p:spPr>
          <a:xfrm>
            <a:off x="41267" y="1785697"/>
            <a:ext cx="18248059" cy="6603674"/>
          </a:xfrm>
          <a:prstGeom prst="rect">
            <a:avLst/>
          </a:prstGeom>
        </p:spPr>
      </p:pic>
    </p:spTree>
    <p:extLst>
      <p:ext uri="{BB962C8B-B14F-4D97-AF65-F5344CB8AC3E}">
        <p14:creationId xmlns:p14="http://schemas.microsoft.com/office/powerpoint/2010/main" val="4172103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4C5B87-CF33-DEBB-978F-A437E4801069}"/>
              </a:ext>
            </a:extLst>
          </p:cNvPr>
          <p:cNvSpPr>
            <a:spLocks noGrp="1"/>
          </p:cNvSpPr>
          <p:nvPr>
            <p:ph type="title"/>
          </p:nvPr>
        </p:nvSpPr>
        <p:spPr/>
        <p:txBody>
          <a:bodyPr lIns="91440" tIns="45720" rIns="91440" bIns="45720" anchor="t"/>
          <a:lstStyle/>
          <a:p>
            <a:r>
              <a:rPr lang="de-DE" sz="3300" dirty="0" err="1">
                <a:ea typeface="Open Sans"/>
                <a:cs typeface="Open Sans"/>
              </a:rPr>
              <a:t>Getting</a:t>
            </a:r>
            <a:r>
              <a:rPr lang="de-DE" sz="3300" dirty="0">
                <a:ea typeface="Open Sans"/>
                <a:cs typeface="Open Sans"/>
              </a:rPr>
              <a:t> </a:t>
            </a:r>
            <a:r>
              <a:rPr lang="de-DE" sz="3300" dirty="0" err="1">
                <a:ea typeface="Open Sans"/>
                <a:cs typeface="Open Sans"/>
              </a:rPr>
              <a:t>Started</a:t>
            </a:r>
            <a:endParaRPr lang="de-DE" sz="3300" b="0" dirty="0" err="1">
              <a:solidFill>
                <a:srgbClr val="000000"/>
              </a:solidFill>
              <a:ea typeface="Open Sans"/>
              <a:cs typeface="Open Sans"/>
            </a:endParaRPr>
          </a:p>
          <a:p>
            <a:endParaRPr lang="de-DE" dirty="0">
              <a:ea typeface="Open Sans"/>
              <a:cs typeface="Open Sans"/>
            </a:endParaRPr>
          </a:p>
        </p:txBody>
      </p:sp>
      <p:sp>
        <p:nvSpPr>
          <p:cNvPr id="3" name="Textplatzhalter 2">
            <a:extLst>
              <a:ext uri="{FF2B5EF4-FFF2-40B4-BE49-F238E27FC236}">
                <a16:creationId xmlns:a16="http://schemas.microsoft.com/office/drawing/2014/main" id="{29ACD6F5-1CF2-DB2E-DF27-BF229605ABEA}"/>
              </a:ext>
            </a:extLst>
          </p:cNvPr>
          <p:cNvSpPr>
            <a:spLocks noGrp="1"/>
          </p:cNvSpPr>
          <p:nvPr>
            <p:ph type="body" sz="quarter" idx="10"/>
          </p:nvPr>
        </p:nvSpPr>
        <p:spPr>
          <a:xfrm>
            <a:off x="2394035" y="2872218"/>
            <a:ext cx="6260977" cy="1971793"/>
          </a:xfrm>
        </p:spPr>
        <p:txBody>
          <a:bodyPr vert="horz" lIns="91440" tIns="45720" rIns="91440" bIns="45720" rtlCol="0" anchor="t">
            <a:noAutofit/>
          </a:bodyPr>
          <a:lstStyle/>
          <a:p>
            <a:pPr marL="0" indent="0">
              <a:buNone/>
            </a:pPr>
            <a:r>
              <a:rPr lang="de-DE" sz="3600" dirty="0">
                <a:solidFill>
                  <a:srgbClr val="003399"/>
                </a:solidFill>
                <a:ea typeface="+mn-lt"/>
                <a:cs typeface="+mn-lt"/>
              </a:rPr>
              <a:t>Launch </a:t>
            </a:r>
            <a:r>
              <a:rPr lang="de-DE" sz="3600" dirty="0" err="1">
                <a:solidFill>
                  <a:srgbClr val="003399"/>
                </a:solidFill>
                <a:ea typeface="+mn-lt"/>
                <a:cs typeface="+mn-lt"/>
              </a:rPr>
              <a:t>the</a:t>
            </a:r>
            <a:r>
              <a:rPr lang="de-DE" sz="3600" dirty="0">
                <a:solidFill>
                  <a:srgbClr val="003399"/>
                </a:solidFill>
                <a:ea typeface="+mn-lt"/>
                <a:cs typeface="+mn-lt"/>
              </a:rPr>
              <a:t> </a:t>
            </a:r>
            <a:r>
              <a:rPr lang="de-DE" sz="3600" dirty="0" err="1">
                <a:solidFill>
                  <a:srgbClr val="003399"/>
                </a:solidFill>
                <a:ea typeface="+mn-lt"/>
                <a:cs typeface="+mn-lt"/>
              </a:rPr>
              <a:t>ADOxx</a:t>
            </a:r>
            <a:r>
              <a:rPr lang="de-DE" sz="3600" dirty="0">
                <a:solidFill>
                  <a:srgbClr val="003399"/>
                </a:solidFill>
                <a:ea typeface="+mn-lt"/>
                <a:cs typeface="+mn-lt"/>
              </a:rPr>
              <a:t> Modeling Toolkit and log in </a:t>
            </a:r>
            <a:r>
              <a:rPr lang="de-DE" sz="3600" dirty="0" err="1">
                <a:solidFill>
                  <a:srgbClr val="003399"/>
                </a:solidFill>
                <a:ea typeface="+mn-lt"/>
                <a:cs typeface="+mn-lt"/>
              </a:rPr>
              <a:t>using</a:t>
            </a:r>
            <a:r>
              <a:rPr lang="de-DE" sz="3600" dirty="0">
                <a:solidFill>
                  <a:srgbClr val="003399"/>
                </a:solidFill>
                <a:ea typeface="+mn-lt"/>
                <a:cs typeface="+mn-lt"/>
              </a:rPr>
              <a:t> </a:t>
            </a:r>
            <a:r>
              <a:rPr lang="de-DE" sz="3600" dirty="0" err="1">
                <a:solidFill>
                  <a:srgbClr val="003399"/>
                </a:solidFill>
                <a:ea typeface="+mn-lt"/>
                <a:cs typeface="+mn-lt"/>
              </a:rPr>
              <a:t>your</a:t>
            </a:r>
            <a:r>
              <a:rPr lang="de-DE" sz="3600" dirty="0">
                <a:solidFill>
                  <a:srgbClr val="003399"/>
                </a:solidFill>
                <a:ea typeface="+mn-lt"/>
                <a:cs typeface="+mn-lt"/>
              </a:rPr>
              <a:t> </a:t>
            </a:r>
            <a:r>
              <a:rPr lang="de-DE" sz="3600" dirty="0" err="1">
                <a:solidFill>
                  <a:srgbClr val="003399"/>
                </a:solidFill>
                <a:ea typeface="+mn-lt"/>
                <a:cs typeface="+mn-lt"/>
              </a:rPr>
              <a:t>user</a:t>
            </a:r>
            <a:r>
              <a:rPr lang="de-DE" sz="3600" dirty="0">
                <a:solidFill>
                  <a:srgbClr val="003399"/>
                </a:solidFill>
                <a:ea typeface="+mn-lt"/>
                <a:cs typeface="+mn-lt"/>
              </a:rPr>
              <a:t> </a:t>
            </a:r>
            <a:r>
              <a:rPr lang="de-DE" sz="3600" dirty="0" err="1">
                <a:solidFill>
                  <a:srgbClr val="003399"/>
                </a:solidFill>
                <a:ea typeface="+mn-lt"/>
                <a:cs typeface="+mn-lt"/>
              </a:rPr>
              <a:t>credentials</a:t>
            </a:r>
            <a:r>
              <a:rPr lang="de-DE" sz="3600" dirty="0">
                <a:solidFill>
                  <a:srgbClr val="003399"/>
                </a:solidFill>
                <a:ea typeface="+mn-lt"/>
                <a:cs typeface="+mn-lt"/>
              </a:rPr>
              <a:t>.</a:t>
            </a:r>
            <a:endParaRPr lang="de-DE" dirty="0"/>
          </a:p>
        </p:txBody>
      </p:sp>
      <p:pic>
        <p:nvPicPr>
          <p:cNvPr id="4" name="Grafik 3" descr="Ein Bild, das Text, Screenshot, Schrift enthält.&#10;&#10;Beschreibung automatisch generiert.">
            <a:extLst>
              <a:ext uri="{FF2B5EF4-FFF2-40B4-BE49-F238E27FC236}">
                <a16:creationId xmlns:a16="http://schemas.microsoft.com/office/drawing/2014/main" id="{F2D97146-11D4-689A-48C8-D06DA936750E}"/>
              </a:ext>
            </a:extLst>
          </p:cNvPr>
          <p:cNvPicPr>
            <a:picLocks noChangeAspect="1"/>
          </p:cNvPicPr>
          <p:nvPr/>
        </p:nvPicPr>
        <p:blipFill>
          <a:blip r:embed="rId2"/>
          <a:stretch>
            <a:fillRect/>
          </a:stretch>
        </p:blipFill>
        <p:spPr>
          <a:xfrm>
            <a:off x="9293741" y="2034102"/>
            <a:ext cx="4955482" cy="5468223"/>
          </a:xfrm>
          <a:prstGeom prst="rect">
            <a:avLst/>
          </a:prstGeom>
        </p:spPr>
      </p:pic>
    </p:spTree>
    <p:extLst>
      <p:ext uri="{BB962C8B-B14F-4D97-AF65-F5344CB8AC3E}">
        <p14:creationId xmlns:p14="http://schemas.microsoft.com/office/powerpoint/2010/main" val="403128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BCC0C0-6610-B0F4-27DF-A5D552186626}"/>
              </a:ext>
            </a:extLst>
          </p:cNvPr>
          <p:cNvSpPr>
            <a:spLocks noGrp="1"/>
          </p:cNvSpPr>
          <p:nvPr>
            <p:ph type="title"/>
          </p:nvPr>
        </p:nvSpPr>
        <p:spPr/>
        <p:txBody>
          <a:bodyPr lIns="91440" tIns="45720" rIns="91440" bIns="45720" anchor="t"/>
          <a:lstStyle/>
          <a:p>
            <a:r>
              <a:rPr lang="de-DE" dirty="0" err="1">
                <a:ea typeface="+mj-lt"/>
                <a:cs typeface="+mj-lt"/>
              </a:rPr>
              <a:t>Creating</a:t>
            </a:r>
            <a:r>
              <a:rPr lang="de-DE" dirty="0">
                <a:ea typeface="+mj-lt"/>
                <a:cs typeface="+mj-lt"/>
              </a:rPr>
              <a:t> a New e3-Value Model</a:t>
            </a:r>
          </a:p>
        </p:txBody>
      </p:sp>
      <p:pic>
        <p:nvPicPr>
          <p:cNvPr id="4" name="Grafik 3" descr="Ein Bild, das Text, Screenshot, Diagramm, Display enthält.&#10;&#10;Beschreibung automatisch generiert.">
            <a:extLst>
              <a:ext uri="{FF2B5EF4-FFF2-40B4-BE49-F238E27FC236}">
                <a16:creationId xmlns:a16="http://schemas.microsoft.com/office/drawing/2014/main" id="{63D4E8BA-DA7D-4146-C799-79DDAEA6153C}"/>
              </a:ext>
            </a:extLst>
          </p:cNvPr>
          <p:cNvPicPr>
            <a:picLocks noChangeAspect="1"/>
          </p:cNvPicPr>
          <p:nvPr/>
        </p:nvPicPr>
        <p:blipFill>
          <a:blip r:embed="rId2"/>
          <a:srcRect r="29070" b="4762"/>
          <a:stretch/>
        </p:blipFill>
        <p:spPr>
          <a:xfrm>
            <a:off x="1995628" y="3250620"/>
            <a:ext cx="6220443" cy="5556124"/>
          </a:xfrm>
          <a:prstGeom prst="rect">
            <a:avLst/>
          </a:prstGeom>
        </p:spPr>
      </p:pic>
      <p:sp>
        <p:nvSpPr>
          <p:cNvPr id="5" name="Textfeld 4">
            <a:extLst>
              <a:ext uri="{FF2B5EF4-FFF2-40B4-BE49-F238E27FC236}">
                <a16:creationId xmlns:a16="http://schemas.microsoft.com/office/drawing/2014/main" id="{0DC77AB3-C9B1-99B1-35E2-9360E569026C}"/>
              </a:ext>
            </a:extLst>
          </p:cNvPr>
          <p:cNvSpPr txBox="1"/>
          <p:nvPr/>
        </p:nvSpPr>
        <p:spPr>
          <a:xfrm>
            <a:off x="1998623" y="1746186"/>
            <a:ext cx="612643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003399"/>
                </a:solidFill>
              </a:rPr>
              <a:t>By right-clicking on the </a:t>
            </a:r>
            <a:r>
              <a:rPr lang="en-US" sz="2000" b="1" dirty="0">
                <a:solidFill>
                  <a:srgbClr val="003399"/>
                </a:solidFill>
              </a:rPr>
              <a:t>Models</a:t>
            </a:r>
            <a:r>
              <a:rPr lang="en-US" sz="2000" dirty="0">
                <a:solidFill>
                  <a:srgbClr val="003399"/>
                </a:solidFill>
              </a:rPr>
              <a:t> folder, a context menu appears. Select </a:t>
            </a:r>
            <a:r>
              <a:rPr lang="en-US" sz="2000" b="1" dirty="0">
                <a:solidFill>
                  <a:srgbClr val="003399"/>
                </a:solidFill>
              </a:rPr>
              <a:t>New</a:t>
            </a:r>
            <a:r>
              <a:rPr lang="en-US" sz="2000" dirty="0">
                <a:solidFill>
                  <a:srgbClr val="003399"/>
                </a:solidFill>
              </a:rPr>
              <a:t> from the menu and then choose </a:t>
            </a:r>
            <a:r>
              <a:rPr lang="en-US" sz="2000" b="1" dirty="0">
                <a:solidFill>
                  <a:srgbClr val="003399"/>
                </a:solidFill>
              </a:rPr>
              <a:t>e3-Value Model</a:t>
            </a:r>
            <a:r>
              <a:rPr lang="en-US" sz="2000" dirty="0">
                <a:solidFill>
                  <a:srgbClr val="003399"/>
                </a:solidFill>
              </a:rPr>
              <a:t> to create a new model.</a:t>
            </a:r>
            <a:endParaRPr lang="en-US" sz="2000" dirty="0">
              <a:solidFill>
                <a:srgbClr val="003399"/>
              </a:solidFill>
              <a:ea typeface="Open Sans"/>
              <a:cs typeface="Open Sans"/>
            </a:endParaRPr>
          </a:p>
        </p:txBody>
      </p:sp>
      <p:sp>
        <p:nvSpPr>
          <p:cNvPr id="6" name="Rechteck 5">
            <a:extLst>
              <a:ext uri="{FF2B5EF4-FFF2-40B4-BE49-F238E27FC236}">
                <a16:creationId xmlns:a16="http://schemas.microsoft.com/office/drawing/2014/main" id="{64C1A72B-D572-4F6A-3FC2-4623DE4DEE0E}"/>
              </a:ext>
            </a:extLst>
          </p:cNvPr>
          <p:cNvSpPr/>
          <p:nvPr/>
        </p:nvSpPr>
        <p:spPr>
          <a:xfrm>
            <a:off x="3732999" y="4655989"/>
            <a:ext cx="1371842" cy="2191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descr="Ein Bild, das Text, Screenshot, Display, Software enthält.&#10;&#10;Beschreibung automatisch generiert.">
            <a:extLst>
              <a:ext uri="{FF2B5EF4-FFF2-40B4-BE49-F238E27FC236}">
                <a16:creationId xmlns:a16="http://schemas.microsoft.com/office/drawing/2014/main" id="{11102371-52FB-58CD-FB3E-E3E29A422DA7}"/>
              </a:ext>
            </a:extLst>
          </p:cNvPr>
          <p:cNvPicPr>
            <a:picLocks noChangeAspect="1"/>
          </p:cNvPicPr>
          <p:nvPr/>
        </p:nvPicPr>
        <p:blipFill>
          <a:blip r:embed="rId3"/>
          <a:srcRect t="-155" r="34402" b="-108"/>
          <a:stretch/>
        </p:blipFill>
        <p:spPr>
          <a:xfrm>
            <a:off x="10512920" y="3253208"/>
            <a:ext cx="6803023" cy="6708237"/>
          </a:xfrm>
          <a:prstGeom prst="rect">
            <a:avLst/>
          </a:prstGeom>
        </p:spPr>
      </p:pic>
      <p:sp>
        <p:nvSpPr>
          <p:cNvPr id="10" name="Textfeld 9">
            <a:extLst>
              <a:ext uri="{FF2B5EF4-FFF2-40B4-BE49-F238E27FC236}">
                <a16:creationId xmlns:a16="http://schemas.microsoft.com/office/drawing/2014/main" id="{95617A41-7C89-B307-BB93-D9DB50D17C28}"/>
              </a:ext>
            </a:extLst>
          </p:cNvPr>
          <p:cNvSpPr txBox="1"/>
          <p:nvPr/>
        </p:nvSpPr>
        <p:spPr>
          <a:xfrm>
            <a:off x="10515640" y="1310607"/>
            <a:ext cx="777633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3399"/>
                </a:solidFill>
              </a:rPr>
              <a:t>After creating or selecting the </a:t>
            </a:r>
            <a:r>
              <a:rPr lang="en-US" b="1" dirty="0">
                <a:solidFill>
                  <a:srgbClr val="003399"/>
                </a:solidFill>
              </a:rPr>
              <a:t>e3-Value</a:t>
            </a:r>
            <a:r>
              <a:rPr lang="en-US" dirty="0">
                <a:solidFill>
                  <a:srgbClr val="003399"/>
                </a:solidFill>
              </a:rPr>
              <a:t> button in the dialog box, the interface for creating a new </a:t>
            </a:r>
            <a:r>
              <a:rPr lang="en-US" b="1" dirty="0">
                <a:solidFill>
                  <a:srgbClr val="003399"/>
                </a:solidFill>
              </a:rPr>
              <a:t>e3-Value model</a:t>
            </a:r>
            <a:r>
              <a:rPr lang="en-US" dirty="0">
                <a:solidFill>
                  <a:srgbClr val="003399"/>
                </a:solidFill>
              </a:rPr>
              <a:t> appears. On the right side, the </a:t>
            </a:r>
            <a:r>
              <a:rPr lang="en-US" b="1" dirty="0">
                <a:solidFill>
                  <a:srgbClr val="003399"/>
                </a:solidFill>
              </a:rPr>
              <a:t>palette</a:t>
            </a:r>
            <a:r>
              <a:rPr lang="en-US" dirty="0">
                <a:solidFill>
                  <a:srgbClr val="003399"/>
                </a:solidFill>
              </a:rPr>
              <a:t> allows elements to be selected by clicking and then placed on the canvas with another click. Each additional click creates a new object of the selected entity. The process can be canceled by </a:t>
            </a:r>
            <a:r>
              <a:rPr lang="en-US" b="1" dirty="0">
                <a:solidFill>
                  <a:srgbClr val="003399"/>
                </a:solidFill>
              </a:rPr>
              <a:t>right-clicking</a:t>
            </a:r>
            <a:r>
              <a:rPr lang="en-US" dirty="0">
                <a:solidFill>
                  <a:srgbClr val="003399"/>
                </a:solidFill>
              </a:rPr>
              <a:t> or pressing the </a:t>
            </a:r>
            <a:r>
              <a:rPr lang="en-US" b="1" dirty="0">
                <a:solidFill>
                  <a:srgbClr val="003399"/>
                </a:solidFill>
              </a:rPr>
              <a:t>Esc key</a:t>
            </a:r>
            <a:r>
              <a:rPr lang="en-US" dirty="0">
                <a:solidFill>
                  <a:srgbClr val="003399"/>
                </a:solidFill>
              </a:rPr>
              <a:t>.</a:t>
            </a:r>
            <a:endParaRPr lang="en-US" dirty="0">
              <a:solidFill>
                <a:srgbClr val="003399"/>
              </a:solidFill>
              <a:ea typeface="Open Sans"/>
              <a:cs typeface="Open Sans"/>
            </a:endParaRPr>
          </a:p>
        </p:txBody>
      </p:sp>
      <p:sp>
        <p:nvSpPr>
          <p:cNvPr id="11" name="Pfeil: nach rechts 10">
            <a:extLst>
              <a:ext uri="{FF2B5EF4-FFF2-40B4-BE49-F238E27FC236}">
                <a16:creationId xmlns:a16="http://schemas.microsoft.com/office/drawing/2014/main" id="{1C88F268-F292-1069-F464-CEB6776019CB}"/>
              </a:ext>
            </a:extLst>
          </p:cNvPr>
          <p:cNvSpPr/>
          <p:nvPr/>
        </p:nvSpPr>
        <p:spPr>
          <a:xfrm>
            <a:off x="8533185" y="5416598"/>
            <a:ext cx="1483440" cy="8029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485355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C8CF9A-A64B-9D0D-B9FE-8EF66B3CBB18}"/>
              </a:ext>
            </a:extLst>
          </p:cNvPr>
          <p:cNvSpPr>
            <a:spLocks noGrp="1"/>
          </p:cNvSpPr>
          <p:nvPr>
            <p:ph type="title"/>
          </p:nvPr>
        </p:nvSpPr>
        <p:spPr/>
        <p:txBody>
          <a:bodyPr lIns="91440" tIns="45720" rIns="91440" bIns="45720" anchor="t"/>
          <a:lstStyle/>
          <a:p>
            <a:r>
              <a:rPr lang="de-DE" dirty="0" err="1">
                <a:ea typeface="Open Sans"/>
                <a:cs typeface="Open Sans"/>
              </a:rPr>
              <a:t>Configuring</a:t>
            </a:r>
            <a:r>
              <a:rPr lang="de-DE" dirty="0">
                <a:ea typeface="Open Sans"/>
                <a:cs typeface="Open Sans"/>
              </a:rPr>
              <a:t> Actors and Market Segments in e3-Value</a:t>
            </a:r>
            <a:endParaRPr lang="de-DE" dirty="0"/>
          </a:p>
        </p:txBody>
      </p:sp>
      <p:pic>
        <p:nvPicPr>
          <p:cNvPr id="5" name="Grafik 4" descr="Ein Bild, das Text, Screenshot, Software, Computersymbol enthält.&#10;&#10;Beschreibung automatisch generiert.">
            <a:extLst>
              <a:ext uri="{FF2B5EF4-FFF2-40B4-BE49-F238E27FC236}">
                <a16:creationId xmlns:a16="http://schemas.microsoft.com/office/drawing/2014/main" id="{401A7BA4-80EE-02F0-0B51-539589402B56}"/>
              </a:ext>
            </a:extLst>
          </p:cNvPr>
          <p:cNvPicPr>
            <a:picLocks noChangeAspect="1"/>
          </p:cNvPicPr>
          <p:nvPr/>
        </p:nvPicPr>
        <p:blipFill>
          <a:blip r:embed="rId2"/>
          <a:stretch>
            <a:fillRect/>
          </a:stretch>
        </p:blipFill>
        <p:spPr>
          <a:xfrm>
            <a:off x="2142741" y="1326411"/>
            <a:ext cx="7081189" cy="5068042"/>
          </a:xfrm>
          <a:prstGeom prst="rect">
            <a:avLst/>
          </a:prstGeom>
        </p:spPr>
      </p:pic>
      <p:pic>
        <p:nvPicPr>
          <p:cNvPr id="7" name="Grafik 6" descr="Ein Bild, das Text, Screenshot, Software, Display enthält.&#10;&#10;Beschreibung automatisch generiert.">
            <a:extLst>
              <a:ext uri="{FF2B5EF4-FFF2-40B4-BE49-F238E27FC236}">
                <a16:creationId xmlns:a16="http://schemas.microsoft.com/office/drawing/2014/main" id="{93696BEF-8366-DDF4-784F-5C25E3551A62}"/>
              </a:ext>
            </a:extLst>
          </p:cNvPr>
          <p:cNvPicPr>
            <a:picLocks noChangeAspect="1"/>
          </p:cNvPicPr>
          <p:nvPr/>
        </p:nvPicPr>
        <p:blipFill>
          <a:blip r:embed="rId3"/>
          <a:stretch>
            <a:fillRect/>
          </a:stretch>
        </p:blipFill>
        <p:spPr>
          <a:xfrm>
            <a:off x="9722952" y="1329057"/>
            <a:ext cx="7776651" cy="5070464"/>
          </a:xfrm>
          <a:prstGeom prst="rect">
            <a:avLst/>
          </a:prstGeom>
        </p:spPr>
      </p:pic>
      <p:sp>
        <p:nvSpPr>
          <p:cNvPr id="10" name="Textfeld 9">
            <a:extLst>
              <a:ext uri="{FF2B5EF4-FFF2-40B4-BE49-F238E27FC236}">
                <a16:creationId xmlns:a16="http://schemas.microsoft.com/office/drawing/2014/main" id="{15C164B9-8C9B-FC75-D63F-18DA4542A300}"/>
              </a:ext>
            </a:extLst>
          </p:cNvPr>
          <p:cNvSpPr txBox="1"/>
          <p:nvPr/>
        </p:nvSpPr>
        <p:spPr>
          <a:xfrm>
            <a:off x="3832731" y="6861883"/>
            <a:ext cx="1283728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rgbClr val="003399"/>
                </a:solidFill>
              </a:rPr>
              <a:t>By selecting from the palette, we now add an </a:t>
            </a:r>
            <a:r>
              <a:rPr lang="en-US" b="1" dirty="0">
                <a:solidFill>
                  <a:srgbClr val="003399"/>
                </a:solidFill>
              </a:rPr>
              <a:t>Actor</a:t>
            </a:r>
            <a:r>
              <a:rPr lang="en-US" dirty="0">
                <a:solidFill>
                  <a:srgbClr val="003399"/>
                </a:solidFill>
              </a:rPr>
              <a:t> and a </a:t>
            </a:r>
            <a:r>
              <a:rPr lang="en-US" b="1" dirty="0">
                <a:solidFill>
                  <a:srgbClr val="003399"/>
                </a:solidFill>
              </a:rPr>
              <a:t>Market Segment</a:t>
            </a:r>
            <a:r>
              <a:rPr lang="en-US" dirty="0">
                <a:solidFill>
                  <a:srgbClr val="003399"/>
                </a:solidFill>
              </a:rPr>
              <a:t> to the canvas. </a:t>
            </a:r>
          </a:p>
          <a:p>
            <a:pPr marL="285750" indent="-285750">
              <a:buFont typeface="Arial"/>
              <a:buChar char="•"/>
            </a:pPr>
            <a:r>
              <a:rPr lang="en-US" dirty="0">
                <a:solidFill>
                  <a:srgbClr val="003399"/>
                </a:solidFill>
              </a:rPr>
              <a:t>Double-clicking on an entity, such as the Actor, opens the </a:t>
            </a:r>
            <a:r>
              <a:rPr lang="en-US" b="1" dirty="0">
                <a:solidFill>
                  <a:srgbClr val="003399"/>
                </a:solidFill>
              </a:rPr>
              <a:t>context menu</a:t>
            </a:r>
            <a:r>
              <a:rPr lang="en-US" dirty="0">
                <a:solidFill>
                  <a:srgbClr val="003399"/>
                </a:solidFill>
              </a:rPr>
              <a:t>, also referred to as the </a:t>
            </a:r>
            <a:r>
              <a:rPr lang="en-US" b="1" dirty="0">
                <a:solidFill>
                  <a:srgbClr val="003399"/>
                </a:solidFill>
              </a:rPr>
              <a:t>Notebook</a:t>
            </a:r>
            <a:r>
              <a:rPr lang="en-US" dirty="0">
                <a:solidFill>
                  <a:srgbClr val="003399"/>
                </a:solidFill>
              </a:rPr>
              <a:t>.</a:t>
            </a:r>
            <a:endParaRPr lang="en-US" dirty="0">
              <a:solidFill>
                <a:srgbClr val="003399"/>
              </a:solidFill>
              <a:ea typeface="Open Sans"/>
              <a:cs typeface="Open Sans"/>
            </a:endParaRPr>
          </a:p>
          <a:p>
            <a:pPr marL="285750" indent="-285750">
              <a:buFont typeface="Arial"/>
              <a:buChar char="•"/>
            </a:pPr>
            <a:r>
              <a:rPr lang="en-US" dirty="0">
                <a:solidFill>
                  <a:srgbClr val="003399"/>
                </a:solidFill>
              </a:rPr>
              <a:t>Here, various settings can be configured. </a:t>
            </a:r>
          </a:p>
          <a:p>
            <a:pPr marL="742950" lvl="1" indent="-285750">
              <a:buFont typeface="Courier New"/>
              <a:buChar char="o"/>
            </a:pPr>
            <a:r>
              <a:rPr lang="en-US" dirty="0">
                <a:solidFill>
                  <a:srgbClr val="003399"/>
                </a:solidFill>
              </a:rPr>
              <a:t>First, we change the name of the Actor to </a:t>
            </a:r>
            <a:r>
              <a:rPr lang="en-US" b="1" dirty="0">
                <a:solidFill>
                  <a:srgbClr val="003399"/>
                </a:solidFill>
              </a:rPr>
              <a:t>Car Manufacturer</a:t>
            </a:r>
            <a:r>
              <a:rPr lang="en-US" dirty="0">
                <a:solidFill>
                  <a:srgbClr val="003399"/>
                </a:solidFill>
              </a:rPr>
              <a:t> and the Market Segment to </a:t>
            </a:r>
            <a:r>
              <a:rPr lang="en-US" b="1">
                <a:solidFill>
                  <a:srgbClr val="003399"/>
                </a:solidFill>
              </a:rPr>
              <a:t>Customer</a:t>
            </a:r>
            <a:r>
              <a:rPr lang="en-US">
                <a:solidFill>
                  <a:srgbClr val="003399"/>
                </a:solidFill>
              </a:rPr>
              <a:t>.</a:t>
            </a:r>
          </a:p>
          <a:p>
            <a:pPr marL="742950" lvl="1" indent="-285750">
              <a:buFont typeface="Courier New"/>
              <a:buChar char="o"/>
            </a:pPr>
            <a:r>
              <a:rPr lang="en-US" dirty="0">
                <a:solidFill>
                  <a:srgbClr val="003399"/>
                </a:solidFill>
              </a:rPr>
              <a:t>Additionally, under </a:t>
            </a:r>
            <a:r>
              <a:rPr lang="en-US" b="1" dirty="0">
                <a:solidFill>
                  <a:srgbClr val="003399"/>
                </a:solidFill>
              </a:rPr>
              <a:t>Graphical Representation</a:t>
            </a:r>
            <a:r>
              <a:rPr lang="en-US" dirty="0">
                <a:solidFill>
                  <a:srgbClr val="003399"/>
                </a:solidFill>
              </a:rPr>
              <a:t>, options such as font customization can be adjusted. It is also possible to specify whether the name appears inside or outside the entity and its position (top, middle or down).</a:t>
            </a:r>
            <a:endParaRPr lang="en-US" dirty="0">
              <a:solidFill>
                <a:srgbClr val="003399"/>
              </a:solidFill>
              <a:ea typeface="Open Sans"/>
              <a:cs typeface="Open Sans"/>
            </a:endParaRPr>
          </a:p>
        </p:txBody>
      </p:sp>
    </p:spTree>
    <p:extLst>
      <p:ext uri="{BB962C8B-B14F-4D97-AF65-F5344CB8AC3E}">
        <p14:creationId xmlns:p14="http://schemas.microsoft.com/office/powerpoint/2010/main" val="3378927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37749F-9DC4-C761-7984-FB2684A30E1E}"/>
              </a:ext>
            </a:extLst>
          </p:cNvPr>
          <p:cNvSpPr>
            <a:spLocks noGrp="1"/>
          </p:cNvSpPr>
          <p:nvPr>
            <p:ph type="title"/>
          </p:nvPr>
        </p:nvSpPr>
        <p:spPr/>
        <p:txBody>
          <a:bodyPr lIns="91440" tIns="45720" rIns="91440" bIns="45720" anchor="t"/>
          <a:lstStyle/>
          <a:p>
            <a:r>
              <a:rPr lang="de-DE" dirty="0" err="1">
                <a:ea typeface="Open Sans"/>
                <a:cs typeface="Open Sans"/>
              </a:rPr>
              <a:t>Configuring</a:t>
            </a:r>
            <a:r>
              <a:rPr lang="de-DE" dirty="0">
                <a:ea typeface="Open Sans"/>
                <a:cs typeface="Open Sans"/>
              </a:rPr>
              <a:t> Actors and Market Segments in e3-Value</a:t>
            </a:r>
            <a:endParaRPr lang="de-DE" b="0" dirty="0">
              <a:solidFill>
                <a:srgbClr val="000000"/>
              </a:solidFill>
              <a:ea typeface="Open Sans"/>
              <a:cs typeface="Open Sans"/>
            </a:endParaRPr>
          </a:p>
          <a:p>
            <a:endParaRPr lang="de-DE" dirty="0">
              <a:ea typeface="Open Sans"/>
              <a:cs typeface="Open Sans"/>
            </a:endParaRPr>
          </a:p>
        </p:txBody>
      </p:sp>
      <p:pic>
        <p:nvPicPr>
          <p:cNvPr id="4" name="Grafik 3" descr="Ein Bild, das Text, Screenshot, Software, Computersymbol enthält.&#10;&#10;Beschreibung automatisch generiert.">
            <a:extLst>
              <a:ext uri="{FF2B5EF4-FFF2-40B4-BE49-F238E27FC236}">
                <a16:creationId xmlns:a16="http://schemas.microsoft.com/office/drawing/2014/main" id="{21659A5F-5D49-2CDA-206D-506BD8222421}"/>
              </a:ext>
            </a:extLst>
          </p:cNvPr>
          <p:cNvPicPr>
            <a:picLocks noChangeAspect="1"/>
          </p:cNvPicPr>
          <p:nvPr/>
        </p:nvPicPr>
        <p:blipFill>
          <a:blip r:embed="rId2"/>
          <a:stretch>
            <a:fillRect/>
          </a:stretch>
        </p:blipFill>
        <p:spPr>
          <a:xfrm>
            <a:off x="3862208" y="1407525"/>
            <a:ext cx="12419143" cy="7894869"/>
          </a:xfrm>
          <a:prstGeom prst="rect">
            <a:avLst/>
          </a:prstGeom>
        </p:spPr>
      </p:pic>
    </p:spTree>
    <p:extLst>
      <p:ext uri="{BB962C8B-B14F-4D97-AF65-F5344CB8AC3E}">
        <p14:creationId xmlns:p14="http://schemas.microsoft.com/office/powerpoint/2010/main" val="855845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4E5153-D316-B065-79BF-8B6A74A45C61}"/>
              </a:ext>
            </a:extLst>
          </p:cNvPr>
          <p:cNvSpPr>
            <a:spLocks noGrp="1"/>
          </p:cNvSpPr>
          <p:nvPr>
            <p:ph type="title"/>
          </p:nvPr>
        </p:nvSpPr>
        <p:spPr/>
        <p:txBody>
          <a:bodyPr lIns="91440" tIns="45720" rIns="91440" bIns="45720" anchor="t"/>
          <a:lstStyle/>
          <a:p>
            <a:r>
              <a:rPr lang="de-DE" dirty="0" err="1">
                <a:ea typeface="+mj-lt"/>
                <a:cs typeface="+mj-lt"/>
              </a:rPr>
              <a:t>Adding</a:t>
            </a:r>
            <a:r>
              <a:rPr lang="de-DE" dirty="0">
                <a:ea typeface="+mj-lt"/>
                <a:cs typeface="+mj-lt"/>
              </a:rPr>
              <a:t> and </a:t>
            </a:r>
            <a:r>
              <a:rPr lang="de-DE" dirty="0" err="1">
                <a:ea typeface="+mj-lt"/>
                <a:cs typeface="+mj-lt"/>
              </a:rPr>
              <a:t>Positioning</a:t>
            </a:r>
            <a:r>
              <a:rPr lang="de-DE" dirty="0">
                <a:ea typeface="+mj-lt"/>
                <a:cs typeface="+mj-lt"/>
              </a:rPr>
              <a:t> Value Interfaces in e3-Value</a:t>
            </a:r>
            <a:endParaRPr lang="de-DE" dirty="0"/>
          </a:p>
        </p:txBody>
      </p:sp>
      <p:sp>
        <p:nvSpPr>
          <p:cNvPr id="3" name="Textplatzhalter 2">
            <a:extLst>
              <a:ext uri="{FF2B5EF4-FFF2-40B4-BE49-F238E27FC236}">
                <a16:creationId xmlns:a16="http://schemas.microsoft.com/office/drawing/2014/main" id="{BB060567-3126-12AA-8AFF-3AF376A568CB}"/>
              </a:ext>
            </a:extLst>
          </p:cNvPr>
          <p:cNvSpPr>
            <a:spLocks noGrp="1"/>
          </p:cNvSpPr>
          <p:nvPr>
            <p:ph type="body" sz="quarter" idx="10"/>
          </p:nvPr>
        </p:nvSpPr>
        <p:spPr>
          <a:xfrm>
            <a:off x="2514600" y="1287464"/>
            <a:ext cx="5584331" cy="8469360"/>
          </a:xfrm>
        </p:spPr>
        <p:txBody>
          <a:bodyPr vert="horz" lIns="91440" tIns="45720" rIns="91440" bIns="45720" rtlCol="0" anchor="t">
            <a:normAutofit/>
          </a:bodyPr>
          <a:lstStyle/>
          <a:p>
            <a:r>
              <a:rPr lang="de-DE" sz="1800" dirty="0">
                <a:solidFill>
                  <a:srgbClr val="003399"/>
                </a:solidFill>
                <a:ea typeface="+mn-lt"/>
                <a:cs typeface="+mn-lt"/>
              </a:rPr>
              <a:t>In </a:t>
            </a:r>
            <a:r>
              <a:rPr lang="de-DE" sz="1800" dirty="0" err="1">
                <a:solidFill>
                  <a:srgbClr val="003399"/>
                </a:solidFill>
                <a:ea typeface="+mn-lt"/>
                <a:cs typeface="+mn-lt"/>
              </a:rPr>
              <a:t>the</a:t>
            </a:r>
            <a:r>
              <a:rPr lang="de-DE" sz="1800" dirty="0">
                <a:solidFill>
                  <a:srgbClr val="003399"/>
                </a:solidFill>
                <a:ea typeface="+mn-lt"/>
                <a:cs typeface="+mn-lt"/>
              </a:rPr>
              <a:t> </a:t>
            </a:r>
            <a:r>
              <a:rPr lang="de-DE" sz="1800" dirty="0" err="1">
                <a:solidFill>
                  <a:srgbClr val="003399"/>
                </a:solidFill>
                <a:ea typeface="+mn-lt"/>
                <a:cs typeface="+mn-lt"/>
              </a:rPr>
              <a:t>next</a:t>
            </a:r>
            <a:r>
              <a:rPr lang="de-DE" sz="1800" dirty="0">
                <a:solidFill>
                  <a:srgbClr val="003399"/>
                </a:solidFill>
                <a:ea typeface="+mn-lt"/>
                <a:cs typeface="+mn-lt"/>
              </a:rPr>
              <a:t> </a:t>
            </a:r>
            <a:r>
              <a:rPr lang="de-DE" sz="1800" dirty="0" err="1">
                <a:solidFill>
                  <a:srgbClr val="003399"/>
                </a:solidFill>
                <a:ea typeface="+mn-lt"/>
                <a:cs typeface="+mn-lt"/>
              </a:rPr>
              <a:t>step</a:t>
            </a:r>
            <a:r>
              <a:rPr lang="de-DE" sz="1800" dirty="0">
                <a:solidFill>
                  <a:srgbClr val="003399"/>
                </a:solidFill>
                <a:ea typeface="+mn-lt"/>
                <a:cs typeface="+mn-lt"/>
              </a:rPr>
              <a:t>, </a:t>
            </a:r>
            <a:r>
              <a:rPr lang="de-DE" sz="1800" b="1" dirty="0">
                <a:solidFill>
                  <a:srgbClr val="003399"/>
                </a:solidFill>
                <a:ea typeface="+mn-lt"/>
                <a:cs typeface="+mn-lt"/>
              </a:rPr>
              <a:t>Value Interfaces</a:t>
            </a:r>
            <a:r>
              <a:rPr lang="de-DE" sz="1800" dirty="0">
                <a:solidFill>
                  <a:srgbClr val="003399"/>
                </a:solidFill>
                <a:ea typeface="+mn-lt"/>
                <a:cs typeface="+mn-lt"/>
              </a:rPr>
              <a:t> </a:t>
            </a:r>
            <a:r>
              <a:rPr lang="de-DE" sz="1800" dirty="0" err="1">
                <a:solidFill>
                  <a:srgbClr val="003399"/>
                </a:solidFill>
                <a:ea typeface="+mn-lt"/>
                <a:cs typeface="+mn-lt"/>
              </a:rPr>
              <a:t>are</a:t>
            </a:r>
            <a:r>
              <a:rPr lang="de-DE" sz="1800" dirty="0">
                <a:solidFill>
                  <a:srgbClr val="003399"/>
                </a:solidFill>
                <a:ea typeface="+mn-lt"/>
                <a:cs typeface="+mn-lt"/>
              </a:rPr>
              <a:t> </a:t>
            </a:r>
            <a:r>
              <a:rPr lang="de-DE" sz="1800" dirty="0" err="1">
                <a:solidFill>
                  <a:srgbClr val="003399"/>
                </a:solidFill>
                <a:ea typeface="+mn-lt"/>
                <a:cs typeface="+mn-lt"/>
              </a:rPr>
              <a:t>added</a:t>
            </a:r>
            <a:r>
              <a:rPr lang="de-DE" sz="1800" dirty="0">
                <a:solidFill>
                  <a:srgbClr val="003399"/>
                </a:solidFill>
                <a:ea typeface="+mn-lt"/>
                <a:cs typeface="+mn-lt"/>
              </a:rPr>
              <a:t> </a:t>
            </a:r>
            <a:r>
              <a:rPr lang="de-DE" sz="1800" dirty="0" err="1">
                <a:solidFill>
                  <a:srgbClr val="003399"/>
                </a:solidFill>
                <a:ea typeface="+mn-lt"/>
                <a:cs typeface="+mn-lt"/>
              </a:rPr>
              <a:t>to</a:t>
            </a:r>
            <a:r>
              <a:rPr lang="de-DE" sz="1800" dirty="0">
                <a:solidFill>
                  <a:srgbClr val="003399"/>
                </a:solidFill>
                <a:ea typeface="+mn-lt"/>
                <a:cs typeface="+mn-lt"/>
              </a:rPr>
              <a:t> </a:t>
            </a:r>
            <a:r>
              <a:rPr lang="de-DE" sz="1800" dirty="0" err="1">
                <a:solidFill>
                  <a:srgbClr val="003399"/>
                </a:solidFill>
                <a:ea typeface="+mn-lt"/>
                <a:cs typeface="+mn-lt"/>
              </a:rPr>
              <a:t>the</a:t>
            </a:r>
            <a:r>
              <a:rPr lang="de-DE" sz="1800" dirty="0">
                <a:solidFill>
                  <a:srgbClr val="003399"/>
                </a:solidFill>
                <a:ea typeface="+mn-lt"/>
                <a:cs typeface="+mn-lt"/>
              </a:rPr>
              <a:t> </a:t>
            </a:r>
            <a:r>
              <a:rPr lang="de-DE" sz="1800" dirty="0" err="1">
                <a:solidFill>
                  <a:srgbClr val="003399"/>
                </a:solidFill>
                <a:ea typeface="+mn-lt"/>
                <a:cs typeface="+mn-lt"/>
              </a:rPr>
              <a:t>model</a:t>
            </a:r>
            <a:r>
              <a:rPr lang="de-DE" sz="1800" dirty="0">
                <a:solidFill>
                  <a:srgbClr val="003399"/>
                </a:solidFill>
                <a:ea typeface="+mn-lt"/>
                <a:cs typeface="+mn-lt"/>
              </a:rPr>
              <a:t>. </a:t>
            </a:r>
            <a:r>
              <a:rPr lang="de-DE" sz="1800" dirty="0" err="1">
                <a:solidFill>
                  <a:srgbClr val="003399"/>
                </a:solidFill>
                <a:ea typeface="+mn-lt"/>
                <a:cs typeface="+mn-lt"/>
              </a:rPr>
              <a:t>They</a:t>
            </a:r>
            <a:r>
              <a:rPr lang="de-DE" sz="1800" dirty="0">
                <a:solidFill>
                  <a:srgbClr val="003399"/>
                </a:solidFill>
                <a:ea typeface="+mn-lt"/>
                <a:cs typeface="+mn-lt"/>
              </a:rPr>
              <a:t> </a:t>
            </a:r>
            <a:r>
              <a:rPr lang="de-DE" sz="1800" dirty="0" err="1">
                <a:solidFill>
                  <a:srgbClr val="003399"/>
                </a:solidFill>
                <a:ea typeface="+mn-lt"/>
                <a:cs typeface="+mn-lt"/>
              </a:rPr>
              <a:t>represent</a:t>
            </a:r>
            <a:r>
              <a:rPr lang="de-DE" sz="1800" dirty="0">
                <a:solidFill>
                  <a:srgbClr val="003399"/>
                </a:solidFill>
                <a:ea typeface="+mn-lt"/>
                <a:cs typeface="+mn-lt"/>
              </a:rPr>
              <a:t> </a:t>
            </a:r>
            <a:r>
              <a:rPr lang="de-DE" sz="1800" dirty="0" err="1">
                <a:solidFill>
                  <a:srgbClr val="003399"/>
                </a:solidFill>
                <a:ea typeface="+mn-lt"/>
                <a:cs typeface="+mn-lt"/>
              </a:rPr>
              <a:t>which</a:t>
            </a:r>
            <a:r>
              <a:rPr lang="de-DE" sz="1800" dirty="0">
                <a:solidFill>
                  <a:srgbClr val="003399"/>
                </a:solidFill>
                <a:ea typeface="+mn-lt"/>
                <a:cs typeface="+mn-lt"/>
              </a:rPr>
              <a:t> </a:t>
            </a:r>
            <a:r>
              <a:rPr lang="de-DE" sz="1800" b="1" dirty="0">
                <a:solidFill>
                  <a:srgbClr val="003399"/>
                </a:solidFill>
                <a:ea typeface="+mn-lt"/>
                <a:cs typeface="+mn-lt"/>
              </a:rPr>
              <a:t>Value Exchanges</a:t>
            </a:r>
            <a:r>
              <a:rPr lang="de-DE" sz="1800" dirty="0">
                <a:solidFill>
                  <a:srgbClr val="003399"/>
                </a:solidFill>
                <a:ea typeface="+mn-lt"/>
                <a:cs typeface="+mn-lt"/>
              </a:rPr>
              <a:t>, </a:t>
            </a:r>
            <a:r>
              <a:rPr lang="de-DE" sz="1800" b="1" dirty="0">
                <a:solidFill>
                  <a:srgbClr val="003399"/>
                </a:solidFill>
                <a:ea typeface="+mn-lt"/>
                <a:cs typeface="+mn-lt"/>
              </a:rPr>
              <a:t>Ports</a:t>
            </a:r>
            <a:r>
              <a:rPr lang="de-DE" sz="1800" dirty="0">
                <a:solidFill>
                  <a:srgbClr val="003399"/>
                </a:solidFill>
                <a:ea typeface="+mn-lt"/>
                <a:cs typeface="+mn-lt"/>
              </a:rPr>
              <a:t>, and </a:t>
            </a:r>
            <a:r>
              <a:rPr lang="de-DE" sz="1800" b="1" dirty="0">
                <a:solidFill>
                  <a:srgbClr val="003399"/>
                </a:solidFill>
                <a:ea typeface="+mn-lt"/>
                <a:cs typeface="+mn-lt"/>
              </a:rPr>
              <a:t>Objects</a:t>
            </a:r>
            <a:r>
              <a:rPr lang="de-DE" sz="1800" dirty="0">
                <a:solidFill>
                  <a:srgbClr val="003399"/>
                </a:solidFill>
                <a:ea typeface="+mn-lt"/>
                <a:cs typeface="+mn-lt"/>
              </a:rPr>
              <a:t> </a:t>
            </a:r>
            <a:r>
              <a:rPr lang="de-DE" sz="1800" dirty="0" err="1">
                <a:solidFill>
                  <a:srgbClr val="003399"/>
                </a:solidFill>
                <a:ea typeface="+mn-lt"/>
                <a:cs typeface="+mn-lt"/>
              </a:rPr>
              <a:t>are</a:t>
            </a:r>
            <a:r>
              <a:rPr lang="de-DE" sz="1800" dirty="0">
                <a:solidFill>
                  <a:srgbClr val="003399"/>
                </a:solidFill>
                <a:ea typeface="+mn-lt"/>
                <a:cs typeface="+mn-lt"/>
              </a:rPr>
              <a:t> </a:t>
            </a:r>
            <a:r>
              <a:rPr lang="de-DE" sz="1800" dirty="0" err="1">
                <a:solidFill>
                  <a:srgbClr val="003399"/>
                </a:solidFill>
                <a:ea typeface="+mn-lt"/>
                <a:cs typeface="+mn-lt"/>
              </a:rPr>
              <a:t>encapsulated</a:t>
            </a:r>
            <a:r>
              <a:rPr lang="de-DE" sz="1800" dirty="0">
                <a:solidFill>
                  <a:srgbClr val="003399"/>
                </a:solidFill>
                <a:ea typeface="+mn-lt"/>
                <a:cs typeface="+mn-lt"/>
              </a:rPr>
              <a:t> </a:t>
            </a:r>
            <a:r>
              <a:rPr lang="de-DE" sz="1800" dirty="0" err="1">
                <a:solidFill>
                  <a:srgbClr val="003399"/>
                </a:solidFill>
                <a:ea typeface="+mn-lt"/>
                <a:cs typeface="+mn-lt"/>
              </a:rPr>
              <a:t>within</a:t>
            </a:r>
            <a:r>
              <a:rPr lang="de-DE" sz="1800" dirty="0">
                <a:solidFill>
                  <a:srgbClr val="003399"/>
                </a:solidFill>
                <a:ea typeface="+mn-lt"/>
                <a:cs typeface="+mn-lt"/>
              </a:rPr>
              <a:t> a </a:t>
            </a:r>
            <a:r>
              <a:rPr lang="de-DE" sz="1800" b="1" dirty="0">
                <a:solidFill>
                  <a:srgbClr val="003399"/>
                </a:solidFill>
                <a:ea typeface="+mn-lt"/>
                <a:cs typeface="+mn-lt"/>
              </a:rPr>
              <a:t>Value </a:t>
            </a:r>
            <a:r>
              <a:rPr lang="de-DE" sz="1800" b="1" dirty="0" err="1">
                <a:solidFill>
                  <a:srgbClr val="003399"/>
                </a:solidFill>
                <a:ea typeface="+mn-lt"/>
                <a:cs typeface="+mn-lt"/>
              </a:rPr>
              <a:t>Offering</a:t>
            </a:r>
            <a:r>
              <a:rPr lang="de-DE" sz="1800" dirty="0">
                <a:solidFill>
                  <a:srgbClr val="003399"/>
                </a:solidFill>
                <a:ea typeface="+mn-lt"/>
                <a:cs typeface="+mn-lt"/>
              </a:rPr>
              <a:t>. </a:t>
            </a:r>
          </a:p>
          <a:p>
            <a:r>
              <a:rPr lang="de-DE" sz="1800" dirty="0">
                <a:solidFill>
                  <a:srgbClr val="003399"/>
                </a:solidFill>
                <a:ea typeface="+mn-lt"/>
                <a:cs typeface="+mn-lt"/>
              </a:rPr>
              <a:t>First, </a:t>
            </a:r>
            <a:r>
              <a:rPr lang="de-DE" sz="1800" dirty="0" err="1">
                <a:solidFill>
                  <a:srgbClr val="003399"/>
                </a:solidFill>
                <a:ea typeface="+mn-lt"/>
                <a:cs typeface="+mn-lt"/>
              </a:rPr>
              <a:t>we</a:t>
            </a:r>
            <a:r>
              <a:rPr lang="de-DE" sz="1800" dirty="0">
                <a:solidFill>
                  <a:srgbClr val="003399"/>
                </a:solidFill>
                <a:ea typeface="+mn-lt"/>
                <a:cs typeface="+mn-lt"/>
              </a:rPr>
              <a:t> </a:t>
            </a:r>
            <a:r>
              <a:rPr lang="de-DE" sz="1800" dirty="0" err="1">
                <a:solidFill>
                  <a:srgbClr val="003399"/>
                </a:solidFill>
                <a:ea typeface="+mn-lt"/>
                <a:cs typeface="+mn-lt"/>
              </a:rPr>
              <a:t>place</a:t>
            </a:r>
            <a:r>
              <a:rPr lang="de-DE" sz="1800" dirty="0">
                <a:solidFill>
                  <a:srgbClr val="003399"/>
                </a:solidFill>
                <a:ea typeface="+mn-lt"/>
                <a:cs typeface="+mn-lt"/>
              </a:rPr>
              <a:t> </a:t>
            </a:r>
            <a:r>
              <a:rPr lang="de-DE" sz="1800" dirty="0" err="1">
                <a:solidFill>
                  <a:srgbClr val="003399"/>
                </a:solidFill>
                <a:ea typeface="+mn-lt"/>
                <a:cs typeface="+mn-lt"/>
              </a:rPr>
              <a:t>two</a:t>
            </a:r>
            <a:r>
              <a:rPr lang="de-DE" sz="1800" dirty="0">
                <a:solidFill>
                  <a:srgbClr val="003399"/>
                </a:solidFill>
                <a:ea typeface="+mn-lt"/>
                <a:cs typeface="+mn-lt"/>
              </a:rPr>
              <a:t> </a:t>
            </a:r>
            <a:r>
              <a:rPr lang="de-DE" sz="1800" b="1" dirty="0">
                <a:solidFill>
                  <a:srgbClr val="003399"/>
                </a:solidFill>
                <a:ea typeface="+mn-lt"/>
                <a:cs typeface="+mn-lt"/>
              </a:rPr>
              <a:t>Value Interfaces</a:t>
            </a:r>
            <a:r>
              <a:rPr lang="de-DE" sz="1800" dirty="0">
                <a:solidFill>
                  <a:srgbClr val="003399"/>
                </a:solidFill>
                <a:ea typeface="+mn-lt"/>
                <a:cs typeface="+mn-lt"/>
              </a:rPr>
              <a:t> on the </a:t>
            </a:r>
            <a:r>
              <a:rPr lang="de-DE" sz="1800" dirty="0" err="1">
                <a:solidFill>
                  <a:srgbClr val="003399"/>
                </a:solidFill>
                <a:ea typeface="+mn-lt"/>
                <a:cs typeface="+mn-lt"/>
              </a:rPr>
              <a:t>canvas</a:t>
            </a:r>
            <a:r>
              <a:rPr lang="de-DE" sz="1800" dirty="0">
                <a:solidFill>
                  <a:srgbClr val="003399"/>
                </a:solidFill>
                <a:ea typeface="+mn-lt"/>
                <a:cs typeface="+mn-lt"/>
              </a:rPr>
              <a:t>: </a:t>
            </a:r>
            <a:r>
              <a:rPr lang="de-DE" sz="1800" dirty="0" err="1">
                <a:solidFill>
                  <a:srgbClr val="003399"/>
                </a:solidFill>
                <a:ea typeface="+mn-lt"/>
                <a:cs typeface="+mn-lt"/>
              </a:rPr>
              <a:t>one</a:t>
            </a:r>
            <a:r>
              <a:rPr lang="de-DE" sz="1800" dirty="0">
                <a:solidFill>
                  <a:srgbClr val="003399"/>
                </a:solidFill>
                <a:ea typeface="+mn-lt"/>
                <a:cs typeface="+mn-lt"/>
              </a:rPr>
              <a:t> for the </a:t>
            </a:r>
            <a:r>
              <a:rPr lang="de-DE" sz="1800" b="1" dirty="0">
                <a:solidFill>
                  <a:srgbClr val="003399"/>
                </a:solidFill>
                <a:ea typeface="+mn-lt"/>
                <a:cs typeface="+mn-lt"/>
              </a:rPr>
              <a:t>Car </a:t>
            </a:r>
            <a:r>
              <a:rPr lang="de-DE" sz="1800" b="1" dirty="0" err="1">
                <a:solidFill>
                  <a:srgbClr val="003399"/>
                </a:solidFill>
                <a:ea typeface="+mn-lt"/>
                <a:cs typeface="+mn-lt"/>
              </a:rPr>
              <a:t>Manufacturer</a:t>
            </a:r>
            <a:r>
              <a:rPr lang="de-DE" sz="1800" dirty="0">
                <a:solidFill>
                  <a:srgbClr val="003399"/>
                </a:solidFill>
                <a:ea typeface="+mn-lt"/>
                <a:cs typeface="+mn-lt"/>
              </a:rPr>
              <a:t> and </a:t>
            </a:r>
            <a:r>
              <a:rPr lang="de-DE" sz="1800" dirty="0" err="1">
                <a:solidFill>
                  <a:srgbClr val="003399"/>
                </a:solidFill>
                <a:ea typeface="+mn-lt"/>
                <a:cs typeface="+mn-lt"/>
              </a:rPr>
              <a:t>one</a:t>
            </a:r>
            <a:r>
              <a:rPr lang="de-DE" sz="1800" dirty="0">
                <a:solidFill>
                  <a:srgbClr val="003399"/>
                </a:solidFill>
                <a:ea typeface="+mn-lt"/>
                <a:cs typeface="+mn-lt"/>
              </a:rPr>
              <a:t> for the </a:t>
            </a:r>
            <a:r>
              <a:rPr lang="de-DE" sz="1800" b="1" dirty="0">
                <a:solidFill>
                  <a:srgbClr val="003399"/>
                </a:solidFill>
                <a:ea typeface="+mn-lt"/>
                <a:cs typeface="+mn-lt"/>
              </a:rPr>
              <a:t>Customer</a:t>
            </a:r>
            <a:r>
              <a:rPr lang="de-DE" sz="1800" dirty="0">
                <a:solidFill>
                  <a:srgbClr val="003399"/>
                </a:solidFill>
                <a:ea typeface="+mn-lt"/>
                <a:cs typeface="+mn-lt"/>
              </a:rPr>
              <a:t>. </a:t>
            </a:r>
          </a:p>
          <a:p>
            <a:r>
              <a:rPr lang="de-DE" sz="1800" dirty="0">
                <a:solidFill>
                  <a:srgbClr val="003399"/>
                </a:solidFill>
                <a:ea typeface="+mn-lt"/>
                <a:cs typeface="+mn-lt"/>
              </a:rPr>
              <a:t>These </a:t>
            </a:r>
            <a:r>
              <a:rPr lang="de-DE" sz="1800" dirty="0" err="1">
                <a:solidFill>
                  <a:srgbClr val="003399"/>
                </a:solidFill>
                <a:ea typeface="+mn-lt"/>
                <a:cs typeface="+mn-lt"/>
              </a:rPr>
              <a:t>are</a:t>
            </a:r>
            <a:r>
              <a:rPr lang="de-DE" sz="1800" dirty="0">
                <a:solidFill>
                  <a:srgbClr val="003399"/>
                </a:solidFill>
                <a:ea typeface="+mn-lt"/>
                <a:cs typeface="+mn-lt"/>
              </a:rPr>
              <a:t> </a:t>
            </a:r>
            <a:r>
              <a:rPr lang="de-DE" sz="1800" dirty="0" err="1">
                <a:solidFill>
                  <a:srgbClr val="003399"/>
                </a:solidFill>
                <a:ea typeface="+mn-lt"/>
                <a:cs typeface="+mn-lt"/>
              </a:rPr>
              <a:t>then</a:t>
            </a:r>
            <a:r>
              <a:rPr lang="de-DE" sz="1800" dirty="0">
                <a:solidFill>
                  <a:srgbClr val="003399"/>
                </a:solidFill>
                <a:ea typeface="+mn-lt"/>
                <a:cs typeface="+mn-lt"/>
              </a:rPr>
              <a:t> </a:t>
            </a:r>
            <a:r>
              <a:rPr lang="de-DE" sz="1800" dirty="0" err="1">
                <a:solidFill>
                  <a:srgbClr val="003399"/>
                </a:solidFill>
                <a:ea typeface="+mn-lt"/>
                <a:cs typeface="+mn-lt"/>
              </a:rPr>
              <a:t>connected</a:t>
            </a:r>
            <a:r>
              <a:rPr lang="de-DE" sz="1800" dirty="0">
                <a:solidFill>
                  <a:srgbClr val="003399"/>
                </a:solidFill>
                <a:ea typeface="+mn-lt"/>
                <a:cs typeface="+mn-lt"/>
              </a:rPr>
              <a:t> </a:t>
            </a:r>
            <a:r>
              <a:rPr lang="de-DE" sz="1800" dirty="0" err="1">
                <a:solidFill>
                  <a:srgbClr val="003399"/>
                </a:solidFill>
                <a:ea typeface="+mn-lt"/>
                <a:cs typeface="+mn-lt"/>
              </a:rPr>
              <a:t>using</a:t>
            </a:r>
            <a:r>
              <a:rPr lang="de-DE" sz="1800" dirty="0">
                <a:solidFill>
                  <a:srgbClr val="003399"/>
                </a:solidFill>
                <a:ea typeface="+mn-lt"/>
                <a:cs typeface="+mn-lt"/>
              </a:rPr>
              <a:t> </a:t>
            </a:r>
            <a:r>
              <a:rPr lang="de-DE" sz="1800" b="1" dirty="0">
                <a:solidFill>
                  <a:srgbClr val="003399"/>
                </a:solidFill>
                <a:ea typeface="+mn-lt"/>
                <a:cs typeface="+mn-lt"/>
              </a:rPr>
              <a:t>Value Exchanges</a:t>
            </a:r>
            <a:r>
              <a:rPr lang="de-DE" sz="1800" dirty="0">
                <a:solidFill>
                  <a:srgbClr val="003399"/>
                </a:solidFill>
                <a:ea typeface="+mn-lt"/>
                <a:cs typeface="+mn-lt"/>
              </a:rPr>
              <a:t>, </a:t>
            </a:r>
            <a:r>
              <a:rPr lang="de-DE" sz="1800" dirty="0" err="1">
                <a:solidFill>
                  <a:srgbClr val="003399"/>
                </a:solidFill>
                <a:ea typeface="+mn-lt"/>
                <a:cs typeface="+mn-lt"/>
              </a:rPr>
              <a:t>which</a:t>
            </a:r>
            <a:r>
              <a:rPr lang="de-DE" sz="1800" dirty="0">
                <a:solidFill>
                  <a:srgbClr val="003399"/>
                </a:solidFill>
                <a:ea typeface="+mn-lt"/>
                <a:cs typeface="+mn-lt"/>
              </a:rPr>
              <a:t>, in </a:t>
            </a:r>
            <a:r>
              <a:rPr lang="de-DE" sz="1800" dirty="0" err="1">
                <a:solidFill>
                  <a:srgbClr val="003399"/>
                </a:solidFill>
                <a:ea typeface="+mn-lt"/>
                <a:cs typeface="+mn-lt"/>
              </a:rPr>
              <a:t>this</a:t>
            </a:r>
            <a:r>
              <a:rPr lang="de-DE" sz="1800" dirty="0">
                <a:solidFill>
                  <a:srgbClr val="003399"/>
                </a:solidFill>
                <a:ea typeface="+mn-lt"/>
                <a:cs typeface="+mn-lt"/>
              </a:rPr>
              <a:t> </a:t>
            </a:r>
            <a:r>
              <a:rPr lang="de-DE" sz="1800" dirty="0" err="1">
                <a:solidFill>
                  <a:srgbClr val="003399"/>
                </a:solidFill>
                <a:ea typeface="+mn-lt"/>
                <a:cs typeface="+mn-lt"/>
              </a:rPr>
              <a:t>implementation</a:t>
            </a:r>
            <a:r>
              <a:rPr lang="de-DE" sz="1800" dirty="0">
                <a:solidFill>
                  <a:srgbClr val="003399"/>
                </a:solidFill>
                <a:ea typeface="+mn-lt"/>
                <a:cs typeface="+mn-lt"/>
              </a:rPr>
              <a:t>, also </a:t>
            </a:r>
            <a:r>
              <a:rPr lang="de-DE" sz="1800" dirty="0" err="1">
                <a:solidFill>
                  <a:srgbClr val="003399"/>
                </a:solidFill>
                <a:ea typeface="+mn-lt"/>
                <a:cs typeface="+mn-lt"/>
              </a:rPr>
              <a:t>include</a:t>
            </a:r>
            <a:r>
              <a:rPr lang="de-DE" sz="1800" dirty="0">
                <a:solidFill>
                  <a:srgbClr val="003399"/>
                </a:solidFill>
                <a:ea typeface="+mn-lt"/>
                <a:cs typeface="+mn-lt"/>
              </a:rPr>
              <a:t> </a:t>
            </a:r>
            <a:r>
              <a:rPr lang="de-DE" sz="1800" dirty="0" err="1">
                <a:solidFill>
                  <a:srgbClr val="003399"/>
                </a:solidFill>
                <a:ea typeface="+mn-lt"/>
                <a:cs typeface="+mn-lt"/>
              </a:rPr>
              <a:t>the</a:t>
            </a:r>
            <a:r>
              <a:rPr lang="de-DE" sz="1800" dirty="0">
                <a:solidFill>
                  <a:srgbClr val="003399"/>
                </a:solidFill>
                <a:ea typeface="+mn-lt"/>
                <a:cs typeface="+mn-lt"/>
              </a:rPr>
              <a:t> </a:t>
            </a:r>
            <a:r>
              <a:rPr lang="de-DE" sz="1800" b="1" dirty="0">
                <a:solidFill>
                  <a:srgbClr val="003399"/>
                </a:solidFill>
                <a:ea typeface="+mn-lt"/>
                <a:cs typeface="+mn-lt"/>
              </a:rPr>
              <a:t>Value Ports</a:t>
            </a:r>
            <a:r>
              <a:rPr lang="de-DE" sz="1800" dirty="0">
                <a:solidFill>
                  <a:srgbClr val="003399"/>
                </a:solidFill>
                <a:ea typeface="+mn-lt"/>
                <a:cs typeface="+mn-lt"/>
              </a:rPr>
              <a:t>.</a:t>
            </a:r>
            <a:endParaRPr lang="de-DE" sz="1800" dirty="0">
              <a:solidFill>
                <a:srgbClr val="003399"/>
              </a:solidFill>
              <a:ea typeface="Open Sans"/>
              <a:cs typeface="Open Sans"/>
            </a:endParaRPr>
          </a:p>
          <a:p>
            <a:r>
              <a:rPr lang="de-DE" sz="1800" b="1" dirty="0">
                <a:solidFill>
                  <a:srgbClr val="003399"/>
                </a:solidFill>
                <a:ea typeface="+mn-lt"/>
                <a:cs typeface="+mn-lt"/>
              </a:rPr>
              <a:t>Value Interfaces</a:t>
            </a:r>
            <a:r>
              <a:rPr lang="de-DE" sz="1800" dirty="0">
                <a:solidFill>
                  <a:srgbClr val="003399"/>
                </a:solidFill>
                <a:ea typeface="+mn-lt"/>
                <a:cs typeface="+mn-lt"/>
              </a:rPr>
              <a:t> </a:t>
            </a:r>
            <a:r>
              <a:rPr lang="de-DE" sz="1800" dirty="0" err="1">
                <a:solidFill>
                  <a:srgbClr val="003399"/>
                </a:solidFill>
                <a:ea typeface="+mn-lt"/>
                <a:cs typeface="+mn-lt"/>
              </a:rPr>
              <a:t>must</a:t>
            </a:r>
            <a:r>
              <a:rPr lang="de-DE" sz="1800" dirty="0">
                <a:solidFill>
                  <a:srgbClr val="003399"/>
                </a:solidFill>
                <a:ea typeface="+mn-lt"/>
                <a:cs typeface="+mn-lt"/>
              </a:rPr>
              <a:t> </a:t>
            </a:r>
            <a:r>
              <a:rPr lang="de-DE" sz="1800" dirty="0" err="1">
                <a:solidFill>
                  <a:srgbClr val="003399"/>
                </a:solidFill>
                <a:ea typeface="+mn-lt"/>
                <a:cs typeface="+mn-lt"/>
              </a:rPr>
              <a:t>be</a:t>
            </a:r>
            <a:r>
              <a:rPr lang="de-DE" sz="1800" dirty="0">
                <a:solidFill>
                  <a:srgbClr val="003399"/>
                </a:solidFill>
                <a:ea typeface="+mn-lt"/>
                <a:cs typeface="+mn-lt"/>
              </a:rPr>
              <a:t> </a:t>
            </a:r>
            <a:r>
              <a:rPr lang="de-DE" sz="1800" dirty="0" err="1">
                <a:solidFill>
                  <a:srgbClr val="003399"/>
                </a:solidFill>
                <a:ea typeface="+mn-lt"/>
                <a:cs typeface="+mn-lt"/>
              </a:rPr>
              <a:t>placed</a:t>
            </a:r>
            <a:r>
              <a:rPr lang="de-DE" sz="1800" dirty="0">
                <a:solidFill>
                  <a:srgbClr val="003399"/>
                </a:solidFill>
                <a:ea typeface="+mn-lt"/>
                <a:cs typeface="+mn-lt"/>
              </a:rPr>
              <a:t> </a:t>
            </a:r>
            <a:r>
              <a:rPr lang="de-DE" sz="1800" dirty="0" err="1">
                <a:solidFill>
                  <a:srgbClr val="003399"/>
                </a:solidFill>
                <a:ea typeface="+mn-lt"/>
                <a:cs typeface="+mn-lt"/>
              </a:rPr>
              <a:t>within</a:t>
            </a:r>
            <a:r>
              <a:rPr lang="de-DE" sz="1800" dirty="0">
                <a:solidFill>
                  <a:srgbClr val="003399"/>
                </a:solidFill>
                <a:ea typeface="+mn-lt"/>
                <a:cs typeface="+mn-lt"/>
              </a:rPr>
              <a:t> an Actor </a:t>
            </a:r>
            <a:r>
              <a:rPr lang="de-DE" sz="1800" dirty="0" err="1">
                <a:solidFill>
                  <a:srgbClr val="003399"/>
                </a:solidFill>
                <a:ea typeface="+mn-lt"/>
                <a:cs typeface="+mn-lt"/>
              </a:rPr>
              <a:t>or</a:t>
            </a:r>
            <a:r>
              <a:rPr lang="de-DE" sz="1800" dirty="0">
                <a:solidFill>
                  <a:srgbClr val="003399"/>
                </a:solidFill>
                <a:ea typeface="+mn-lt"/>
                <a:cs typeface="+mn-lt"/>
              </a:rPr>
              <a:t> Market Segment, as the </a:t>
            </a:r>
            <a:r>
              <a:rPr lang="de-DE" sz="1800" dirty="0" err="1">
                <a:solidFill>
                  <a:srgbClr val="003399"/>
                </a:solidFill>
                <a:ea typeface="+mn-lt"/>
                <a:cs typeface="+mn-lt"/>
              </a:rPr>
              <a:t>simulation</a:t>
            </a:r>
            <a:r>
              <a:rPr lang="de-DE" sz="1800" dirty="0">
                <a:solidFill>
                  <a:srgbClr val="003399"/>
                </a:solidFill>
                <a:ea typeface="+mn-lt"/>
                <a:cs typeface="+mn-lt"/>
              </a:rPr>
              <a:t> </a:t>
            </a:r>
            <a:r>
              <a:rPr lang="de-DE" sz="1800" dirty="0" err="1">
                <a:solidFill>
                  <a:srgbClr val="003399"/>
                </a:solidFill>
                <a:ea typeface="+mn-lt"/>
                <a:cs typeface="+mn-lt"/>
              </a:rPr>
              <a:t>later</a:t>
            </a:r>
            <a:r>
              <a:rPr lang="de-DE" sz="1800" dirty="0">
                <a:solidFill>
                  <a:srgbClr val="003399"/>
                </a:solidFill>
                <a:ea typeface="+mn-lt"/>
                <a:cs typeface="+mn-lt"/>
              </a:rPr>
              <a:t> </a:t>
            </a:r>
            <a:r>
              <a:rPr lang="de-DE" sz="1800" dirty="0" err="1">
                <a:solidFill>
                  <a:srgbClr val="003399"/>
                </a:solidFill>
                <a:ea typeface="+mn-lt"/>
                <a:cs typeface="+mn-lt"/>
              </a:rPr>
              <a:t>checks</a:t>
            </a:r>
            <a:r>
              <a:rPr lang="de-DE" sz="1800" dirty="0">
                <a:solidFill>
                  <a:srgbClr val="003399"/>
                </a:solidFill>
                <a:ea typeface="+mn-lt"/>
                <a:cs typeface="+mn-lt"/>
              </a:rPr>
              <a:t> </a:t>
            </a:r>
            <a:r>
              <a:rPr lang="de-DE" sz="1800" dirty="0" err="1">
                <a:solidFill>
                  <a:srgbClr val="003399"/>
                </a:solidFill>
                <a:ea typeface="+mn-lt"/>
                <a:cs typeface="+mn-lt"/>
              </a:rPr>
              <a:t>whether</a:t>
            </a:r>
            <a:r>
              <a:rPr lang="de-DE" sz="1800" dirty="0">
                <a:solidFill>
                  <a:srgbClr val="003399"/>
                </a:solidFill>
                <a:ea typeface="+mn-lt"/>
                <a:cs typeface="+mn-lt"/>
              </a:rPr>
              <a:t> a </a:t>
            </a:r>
            <a:r>
              <a:rPr lang="de-DE" sz="1800" b="1" dirty="0">
                <a:solidFill>
                  <a:srgbClr val="003399"/>
                </a:solidFill>
                <a:ea typeface="+mn-lt"/>
                <a:cs typeface="+mn-lt"/>
              </a:rPr>
              <a:t>Value Interface</a:t>
            </a:r>
            <a:r>
              <a:rPr lang="de-DE" sz="1800" dirty="0">
                <a:solidFill>
                  <a:srgbClr val="003399"/>
                </a:solidFill>
                <a:ea typeface="+mn-lt"/>
                <a:cs typeface="+mn-lt"/>
              </a:rPr>
              <a:t> is </a:t>
            </a:r>
            <a:r>
              <a:rPr lang="de-DE" sz="1800" dirty="0" err="1">
                <a:solidFill>
                  <a:srgbClr val="003399"/>
                </a:solidFill>
                <a:ea typeface="+mn-lt"/>
                <a:cs typeface="+mn-lt"/>
              </a:rPr>
              <a:t>associated</a:t>
            </a:r>
            <a:r>
              <a:rPr lang="de-DE" sz="1800" dirty="0">
                <a:solidFill>
                  <a:srgbClr val="003399"/>
                </a:solidFill>
                <a:ea typeface="+mn-lt"/>
                <a:cs typeface="+mn-lt"/>
              </a:rPr>
              <a:t> </a:t>
            </a:r>
            <a:r>
              <a:rPr lang="de-DE" sz="1800" dirty="0" err="1">
                <a:solidFill>
                  <a:srgbClr val="003399"/>
                </a:solidFill>
                <a:ea typeface="+mn-lt"/>
                <a:cs typeface="+mn-lt"/>
              </a:rPr>
              <a:t>with</a:t>
            </a:r>
            <a:r>
              <a:rPr lang="de-DE" sz="1800" dirty="0">
                <a:solidFill>
                  <a:srgbClr val="003399"/>
                </a:solidFill>
                <a:ea typeface="+mn-lt"/>
                <a:cs typeface="+mn-lt"/>
              </a:rPr>
              <a:t> an </a:t>
            </a:r>
            <a:r>
              <a:rPr lang="de-DE" sz="1800" dirty="0" err="1">
                <a:solidFill>
                  <a:srgbClr val="003399"/>
                </a:solidFill>
                <a:ea typeface="+mn-lt"/>
                <a:cs typeface="+mn-lt"/>
              </a:rPr>
              <a:t>entity</a:t>
            </a:r>
            <a:r>
              <a:rPr lang="de-DE" sz="1800" dirty="0">
                <a:solidFill>
                  <a:srgbClr val="003399"/>
                </a:solidFill>
                <a:ea typeface="+mn-lt"/>
                <a:cs typeface="+mn-lt"/>
              </a:rPr>
              <a:t>. </a:t>
            </a:r>
            <a:r>
              <a:rPr lang="de-DE" sz="1800" dirty="0" err="1">
                <a:solidFill>
                  <a:srgbClr val="003399"/>
                </a:solidFill>
                <a:ea typeface="+mn-lt"/>
                <a:cs typeface="+mn-lt"/>
              </a:rPr>
              <a:t>Therefore</a:t>
            </a:r>
            <a:r>
              <a:rPr lang="de-DE" sz="1800" dirty="0">
                <a:solidFill>
                  <a:srgbClr val="003399"/>
                </a:solidFill>
                <a:ea typeface="+mn-lt"/>
                <a:cs typeface="+mn-lt"/>
              </a:rPr>
              <a:t>, </a:t>
            </a:r>
            <a:r>
              <a:rPr lang="de-DE" sz="1800" dirty="0" err="1">
                <a:solidFill>
                  <a:srgbClr val="003399"/>
                </a:solidFill>
                <a:ea typeface="+mn-lt"/>
                <a:cs typeface="+mn-lt"/>
              </a:rPr>
              <a:t>they</a:t>
            </a:r>
            <a:r>
              <a:rPr lang="de-DE" sz="1800" dirty="0">
                <a:solidFill>
                  <a:srgbClr val="003399"/>
                </a:solidFill>
                <a:ea typeface="+mn-lt"/>
                <a:cs typeface="+mn-lt"/>
              </a:rPr>
              <a:t> should </a:t>
            </a:r>
            <a:r>
              <a:rPr lang="de-DE" sz="1800" dirty="0" err="1">
                <a:solidFill>
                  <a:srgbClr val="003399"/>
                </a:solidFill>
                <a:ea typeface="+mn-lt"/>
                <a:cs typeface="+mn-lt"/>
              </a:rPr>
              <a:t>be</a:t>
            </a:r>
            <a:r>
              <a:rPr lang="de-DE" sz="1800" dirty="0">
                <a:solidFill>
                  <a:srgbClr val="003399"/>
                </a:solidFill>
                <a:ea typeface="+mn-lt"/>
                <a:cs typeface="+mn-lt"/>
              </a:rPr>
              <a:t> </a:t>
            </a:r>
            <a:r>
              <a:rPr lang="de-DE" sz="1800" dirty="0" err="1">
                <a:solidFill>
                  <a:srgbClr val="003399"/>
                </a:solidFill>
                <a:ea typeface="+mn-lt"/>
                <a:cs typeface="+mn-lt"/>
              </a:rPr>
              <a:t>positioned</a:t>
            </a:r>
            <a:r>
              <a:rPr lang="de-DE" sz="1800" dirty="0">
                <a:solidFill>
                  <a:srgbClr val="003399"/>
                </a:solidFill>
                <a:ea typeface="+mn-lt"/>
                <a:cs typeface="+mn-lt"/>
              </a:rPr>
              <a:t> at the </a:t>
            </a:r>
            <a:r>
              <a:rPr lang="de-DE" sz="1800" dirty="0" err="1">
                <a:solidFill>
                  <a:srgbClr val="003399"/>
                </a:solidFill>
                <a:ea typeface="+mn-lt"/>
                <a:cs typeface="+mn-lt"/>
              </a:rPr>
              <a:t>edge</a:t>
            </a:r>
            <a:r>
              <a:rPr lang="de-DE" sz="1800" dirty="0">
                <a:solidFill>
                  <a:srgbClr val="003399"/>
                </a:solidFill>
                <a:ea typeface="+mn-lt"/>
                <a:cs typeface="+mn-lt"/>
              </a:rPr>
              <a:t> of the </a:t>
            </a:r>
            <a:r>
              <a:rPr lang="de-DE" sz="1800" dirty="0" err="1">
                <a:solidFill>
                  <a:srgbClr val="003399"/>
                </a:solidFill>
                <a:ea typeface="+mn-lt"/>
                <a:cs typeface="+mn-lt"/>
              </a:rPr>
              <a:t>respective</a:t>
            </a:r>
            <a:r>
              <a:rPr lang="de-DE" sz="1800" dirty="0">
                <a:solidFill>
                  <a:srgbClr val="003399"/>
                </a:solidFill>
                <a:ea typeface="+mn-lt"/>
                <a:cs typeface="+mn-lt"/>
              </a:rPr>
              <a:t> </a:t>
            </a:r>
            <a:r>
              <a:rPr lang="de-DE" sz="1800" dirty="0" err="1">
                <a:solidFill>
                  <a:srgbClr val="003399"/>
                </a:solidFill>
                <a:ea typeface="+mn-lt"/>
                <a:cs typeface="+mn-lt"/>
              </a:rPr>
              <a:t>entity</a:t>
            </a:r>
            <a:r>
              <a:rPr lang="de-DE" sz="1800" dirty="0">
                <a:solidFill>
                  <a:srgbClr val="003399"/>
                </a:solidFill>
                <a:ea typeface="+mn-lt"/>
                <a:cs typeface="+mn-lt"/>
              </a:rPr>
              <a:t> and </a:t>
            </a:r>
            <a:r>
              <a:rPr lang="de-DE" sz="1800" dirty="0" err="1">
                <a:solidFill>
                  <a:srgbClr val="003399"/>
                </a:solidFill>
                <a:ea typeface="+mn-lt"/>
                <a:cs typeface="+mn-lt"/>
              </a:rPr>
              <a:t>close</a:t>
            </a:r>
            <a:r>
              <a:rPr lang="de-DE" sz="1800" dirty="0">
                <a:solidFill>
                  <a:srgbClr val="003399"/>
                </a:solidFill>
                <a:ea typeface="+mn-lt"/>
                <a:cs typeface="+mn-lt"/>
              </a:rPr>
              <a:t> to the </a:t>
            </a:r>
            <a:r>
              <a:rPr lang="de-DE" sz="1800" b="1" dirty="0">
                <a:solidFill>
                  <a:srgbClr val="003399"/>
                </a:solidFill>
                <a:ea typeface="+mn-lt"/>
                <a:cs typeface="+mn-lt"/>
              </a:rPr>
              <a:t>Value Interface</a:t>
            </a:r>
            <a:r>
              <a:rPr lang="de-DE" sz="1800" dirty="0">
                <a:solidFill>
                  <a:srgbClr val="003399"/>
                </a:solidFill>
                <a:ea typeface="+mn-lt"/>
                <a:cs typeface="+mn-lt"/>
              </a:rPr>
              <a:t> of </a:t>
            </a:r>
            <a:r>
              <a:rPr lang="de-DE" sz="1800" dirty="0" err="1">
                <a:solidFill>
                  <a:srgbClr val="003399"/>
                </a:solidFill>
                <a:ea typeface="+mn-lt"/>
                <a:cs typeface="+mn-lt"/>
              </a:rPr>
              <a:t>another</a:t>
            </a:r>
            <a:r>
              <a:rPr lang="de-DE" sz="1800" dirty="0">
                <a:solidFill>
                  <a:srgbClr val="003399"/>
                </a:solidFill>
                <a:ea typeface="+mn-lt"/>
                <a:cs typeface="+mn-lt"/>
              </a:rPr>
              <a:t> </a:t>
            </a:r>
            <a:r>
              <a:rPr lang="de-DE" sz="1800" dirty="0" err="1">
                <a:solidFill>
                  <a:srgbClr val="003399"/>
                </a:solidFill>
                <a:ea typeface="+mn-lt"/>
                <a:cs typeface="+mn-lt"/>
              </a:rPr>
              <a:t>entity</a:t>
            </a:r>
            <a:r>
              <a:rPr lang="de-DE" sz="1800" dirty="0">
                <a:solidFill>
                  <a:srgbClr val="003399"/>
                </a:solidFill>
                <a:ea typeface="+mn-lt"/>
                <a:cs typeface="+mn-lt"/>
              </a:rPr>
              <a:t> </a:t>
            </a:r>
            <a:r>
              <a:rPr lang="de-DE" sz="1800" dirty="0" err="1">
                <a:solidFill>
                  <a:srgbClr val="003399"/>
                </a:solidFill>
                <a:ea typeface="+mn-lt"/>
                <a:cs typeface="+mn-lt"/>
              </a:rPr>
              <a:t>they</a:t>
            </a:r>
            <a:r>
              <a:rPr lang="de-DE" sz="1800" dirty="0">
                <a:solidFill>
                  <a:srgbClr val="003399"/>
                </a:solidFill>
                <a:ea typeface="+mn-lt"/>
                <a:cs typeface="+mn-lt"/>
              </a:rPr>
              <a:t> will connect to via </a:t>
            </a:r>
            <a:r>
              <a:rPr lang="de-DE" sz="1800" b="1" dirty="0">
                <a:solidFill>
                  <a:srgbClr val="003399"/>
                </a:solidFill>
                <a:ea typeface="+mn-lt"/>
                <a:cs typeface="+mn-lt"/>
              </a:rPr>
              <a:t>Value Exchanges</a:t>
            </a:r>
            <a:r>
              <a:rPr lang="de-DE" sz="1800" dirty="0">
                <a:solidFill>
                  <a:srgbClr val="003399"/>
                </a:solidFill>
                <a:ea typeface="+mn-lt"/>
                <a:cs typeface="+mn-lt"/>
              </a:rPr>
              <a:t>.</a:t>
            </a:r>
            <a:endParaRPr lang="de-DE" sz="1800" dirty="0">
              <a:solidFill>
                <a:srgbClr val="003399"/>
              </a:solidFill>
              <a:ea typeface="Open Sans"/>
              <a:cs typeface="Open Sans"/>
            </a:endParaRPr>
          </a:p>
          <a:p>
            <a:r>
              <a:rPr lang="de-DE" sz="1800" dirty="0">
                <a:solidFill>
                  <a:srgbClr val="003399"/>
                </a:solidFill>
                <a:ea typeface="+mn-lt"/>
                <a:cs typeface="+mn-lt"/>
              </a:rPr>
              <a:t>Each </a:t>
            </a:r>
            <a:r>
              <a:rPr lang="de-DE" sz="1800" b="1" dirty="0">
                <a:solidFill>
                  <a:srgbClr val="003399"/>
                </a:solidFill>
                <a:ea typeface="+mn-lt"/>
                <a:cs typeface="+mn-lt"/>
              </a:rPr>
              <a:t>Value Interface</a:t>
            </a:r>
            <a:r>
              <a:rPr lang="de-DE" sz="1800" dirty="0">
                <a:solidFill>
                  <a:srgbClr val="003399"/>
                </a:solidFill>
                <a:ea typeface="+mn-lt"/>
                <a:cs typeface="+mn-lt"/>
              </a:rPr>
              <a:t> can </a:t>
            </a:r>
            <a:r>
              <a:rPr lang="de-DE" sz="1800" dirty="0" err="1">
                <a:solidFill>
                  <a:srgbClr val="003399"/>
                </a:solidFill>
                <a:ea typeface="+mn-lt"/>
                <a:cs typeface="+mn-lt"/>
              </a:rPr>
              <a:t>have</a:t>
            </a:r>
            <a:r>
              <a:rPr lang="de-DE" sz="1800" dirty="0">
                <a:solidFill>
                  <a:srgbClr val="003399"/>
                </a:solidFill>
                <a:ea typeface="+mn-lt"/>
                <a:cs typeface="+mn-lt"/>
              </a:rPr>
              <a:t> </a:t>
            </a:r>
            <a:r>
              <a:rPr lang="de-DE" sz="1800" dirty="0" err="1">
                <a:solidFill>
                  <a:srgbClr val="003399"/>
                </a:solidFill>
                <a:ea typeface="+mn-lt"/>
                <a:cs typeface="+mn-lt"/>
              </a:rPr>
              <a:t>up</a:t>
            </a:r>
            <a:r>
              <a:rPr lang="de-DE" sz="1800" dirty="0">
                <a:solidFill>
                  <a:srgbClr val="003399"/>
                </a:solidFill>
                <a:ea typeface="+mn-lt"/>
                <a:cs typeface="+mn-lt"/>
              </a:rPr>
              <a:t> to </a:t>
            </a:r>
            <a:r>
              <a:rPr lang="de-DE" sz="1800" dirty="0" err="1">
                <a:solidFill>
                  <a:srgbClr val="003399"/>
                </a:solidFill>
                <a:ea typeface="+mn-lt"/>
                <a:cs typeface="+mn-lt"/>
              </a:rPr>
              <a:t>two</a:t>
            </a:r>
            <a:r>
              <a:rPr lang="de-DE" sz="1800" dirty="0">
                <a:solidFill>
                  <a:srgbClr val="003399"/>
                </a:solidFill>
                <a:ea typeface="+mn-lt"/>
                <a:cs typeface="+mn-lt"/>
              </a:rPr>
              <a:t> </a:t>
            </a:r>
            <a:r>
              <a:rPr lang="de-DE" sz="1800" b="1" dirty="0">
                <a:solidFill>
                  <a:srgbClr val="003399"/>
                </a:solidFill>
                <a:ea typeface="+mn-lt"/>
                <a:cs typeface="+mn-lt"/>
              </a:rPr>
              <a:t>Value Exchanges</a:t>
            </a:r>
            <a:r>
              <a:rPr lang="de-DE" sz="1800" dirty="0">
                <a:solidFill>
                  <a:srgbClr val="003399"/>
                </a:solidFill>
                <a:ea typeface="+mn-lt"/>
                <a:cs typeface="+mn-lt"/>
              </a:rPr>
              <a:t>, which should </a:t>
            </a:r>
            <a:r>
              <a:rPr lang="de-DE" sz="1800" dirty="0" err="1">
                <a:solidFill>
                  <a:srgbClr val="003399"/>
                </a:solidFill>
                <a:ea typeface="+mn-lt"/>
                <a:cs typeface="+mn-lt"/>
              </a:rPr>
              <a:t>flow</a:t>
            </a:r>
            <a:r>
              <a:rPr lang="de-DE" sz="1800" dirty="0">
                <a:solidFill>
                  <a:srgbClr val="003399"/>
                </a:solidFill>
                <a:ea typeface="+mn-lt"/>
                <a:cs typeface="+mn-lt"/>
              </a:rPr>
              <a:t> in </a:t>
            </a:r>
            <a:r>
              <a:rPr lang="de-DE" sz="1800" dirty="0" err="1">
                <a:solidFill>
                  <a:srgbClr val="003399"/>
                </a:solidFill>
                <a:ea typeface="+mn-lt"/>
                <a:cs typeface="+mn-lt"/>
              </a:rPr>
              <a:t>opposite</a:t>
            </a:r>
            <a:r>
              <a:rPr lang="de-DE" sz="1800" dirty="0">
                <a:solidFill>
                  <a:srgbClr val="003399"/>
                </a:solidFill>
                <a:ea typeface="+mn-lt"/>
                <a:cs typeface="+mn-lt"/>
              </a:rPr>
              <a:t> </a:t>
            </a:r>
            <a:r>
              <a:rPr lang="de-DE" sz="1800" dirty="0" err="1">
                <a:solidFill>
                  <a:srgbClr val="003399"/>
                </a:solidFill>
                <a:ea typeface="+mn-lt"/>
                <a:cs typeface="+mn-lt"/>
              </a:rPr>
              <a:t>directions</a:t>
            </a:r>
            <a:r>
              <a:rPr lang="de-DE" sz="1800" dirty="0">
                <a:solidFill>
                  <a:srgbClr val="003399"/>
                </a:solidFill>
                <a:ea typeface="+mn-lt"/>
                <a:cs typeface="+mn-lt"/>
              </a:rPr>
              <a:t>, </a:t>
            </a:r>
            <a:r>
              <a:rPr lang="de-DE" sz="1800" dirty="0" err="1">
                <a:solidFill>
                  <a:srgbClr val="003399"/>
                </a:solidFill>
                <a:ea typeface="+mn-lt"/>
                <a:cs typeface="+mn-lt"/>
              </a:rPr>
              <a:t>based</a:t>
            </a:r>
            <a:r>
              <a:rPr lang="de-DE" sz="1800" dirty="0">
                <a:solidFill>
                  <a:srgbClr val="003399"/>
                </a:solidFill>
                <a:ea typeface="+mn-lt"/>
                <a:cs typeface="+mn-lt"/>
              </a:rPr>
              <a:t> on the </a:t>
            </a:r>
            <a:r>
              <a:rPr lang="de-DE" sz="1800" dirty="0" err="1">
                <a:solidFill>
                  <a:srgbClr val="003399"/>
                </a:solidFill>
                <a:ea typeface="+mn-lt"/>
                <a:cs typeface="+mn-lt"/>
              </a:rPr>
              <a:t>assumption</a:t>
            </a:r>
            <a:r>
              <a:rPr lang="de-DE" sz="1800" dirty="0">
                <a:solidFill>
                  <a:srgbClr val="003399"/>
                </a:solidFill>
                <a:ea typeface="+mn-lt"/>
                <a:cs typeface="+mn-lt"/>
              </a:rPr>
              <a:t> that </a:t>
            </a:r>
            <a:r>
              <a:rPr lang="de-DE" sz="1800" dirty="0" err="1">
                <a:solidFill>
                  <a:srgbClr val="003399"/>
                </a:solidFill>
                <a:ea typeface="+mn-lt"/>
                <a:cs typeface="+mn-lt"/>
              </a:rPr>
              <a:t>every</a:t>
            </a:r>
            <a:r>
              <a:rPr lang="de-DE" sz="1800" dirty="0">
                <a:solidFill>
                  <a:srgbClr val="003399"/>
                </a:solidFill>
                <a:ea typeface="+mn-lt"/>
                <a:cs typeface="+mn-lt"/>
              </a:rPr>
              <a:t> </a:t>
            </a:r>
            <a:r>
              <a:rPr lang="de-DE" sz="1800" dirty="0" err="1">
                <a:solidFill>
                  <a:srgbClr val="003399"/>
                </a:solidFill>
                <a:ea typeface="+mn-lt"/>
                <a:cs typeface="+mn-lt"/>
              </a:rPr>
              <a:t>offering</a:t>
            </a:r>
            <a:r>
              <a:rPr lang="de-DE" sz="1800" dirty="0">
                <a:solidFill>
                  <a:srgbClr val="003399"/>
                </a:solidFill>
                <a:ea typeface="+mn-lt"/>
                <a:cs typeface="+mn-lt"/>
              </a:rPr>
              <a:t> is </a:t>
            </a:r>
            <a:r>
              <a:rPr lang="de-DE" sz="1800" dirty="0" err="1">
                <a:solidFill>
                  <a:srgbClr val="003399"/>
                </a:solidFill>
                <a:ea typeface="+mn-lt"/>
                <a:cs typeface="+mn-lt"/>
              </a:rPr>
              <a:t>accompanied</a:t>
            </a:r>
            <a:r>
              <a:rPr lang="de-DE" sz="1800" dirty="0">
                <a:solidFill>
                  <a:srgbClr val="003399"/>
                </a:solidFill>
                <a:ea typeface="+mn-lt"/>
                <a:cs typeface="+mn-lt"/>
              </a:rPr>
              <a:t> by a </a:t>
            </a:r>
            <a:r>
              <a:rPr lang="de-DE" sz="1800" dirty="0" err="1">
                <a:solidFill>
                  <a:srgbClr val="003399"/>
                </a:solidFill>
                <a:ea typeface="+mn-lt"/>
                <a:cs typeface="+mn-lt"/>
              </a:rPr>
              <a:t>corresponding</a:t>
            </a:r>
            <a:r>
              <a:rPr lang="de-DE" sz="1800" dirty="0">
                <a:solidFill>
                  <a:srgbClr val="003399"/>
                </a:solidFill>
                <a:ea typeface="+mn-lt"/>
                <a:cs typeface="+mn-lt"/>
              </a:rPr>
              <a:t> </a:t>
            </a:r>
            <a:r>
              <a:rPr lang="de-DE" sz="1800" dirty="0" err="1">
                <a:solidFill>
                  <a:srgbClr val="003399"/>
                </a:solidFill>
                <a:ea typeface="+mn-lt"/>
                <a:cs typeface="+mn-lt"/>
              </a:rPr>
              <a:t>return</a:t>
            </a:r>
            <a:r>
              <a:rPr lang="de-DE" sz="1800" dirty="0">
                <a:solidFill>
                  <a:srgbClr val="003399"/>
                </a:solidFill>
                <a:ea typeface="+mn-lt"/>
                <a:cs typeface="+mn-lt"/>
              </a:rPr>
              <a:t>.</a:t>
            </a:r>
            <a:endParaRPr lang="de-DE" sz="1800" dirty="0">
              <a:solidFill>
                <a:srgbClr val="003399"/>
              </a:solidFill>
              <a:ea typeface="Open Sans"/>
              <a:cs typeface="Open Sans"/>
            </a:endParaRPr>
          </a:p>
          <a:p>
            <a:endParaRPr lang="de-DE" sz="1800" dirty="0">
              <a:ea typeface="Open Sans"/>
              <a:cs typeface="Open Sans"/>
            </a:endParaRPr>
          </a:p>
        </p:txBody>
      </p:sp>
      <p:pic>
        <p:nvPicPr>
          <p:cNvPr id="4" name="Grafik 3" descr="Ein Bild, das Text, Screenshot, Software, Computersymbol enthält.&#10;&#10;Beschreibung automatisch generiert.">
            <a:extLst>
              <a:ext uri="{FF2B5EF4-FFF2-40B4-BE49-F238E27FC236}">
                <a16:creationId xmlns:a16="http://schemas.microsoft.com/office/drawing/2014/main" id="{C63E390D-C47F-44C6-C344-412C13474638}"/>
              </a:ext>
            </a:extLst>
          </p:cNvPr>
          <p:cNvPicPr>
            <a:picLocks noChangeAspect="1"/>
          </p:cNvPicPr>
          <p:nvPr/>
        </p:nvPicPr>
        <p:blipFill>
          <a:blip r:embed="rId2"/>
          <a:srcRect r="36189" b="174"/>
          <a:stretch/>
        </p:blipFill>
        <p:spPr>
          <a:xfrm>
            <a:off x="9138274" y="1154601"/>
            <a:ext cx="8731704" cy="3992545"/>
          </a:xfrm>
          <a:prstGeom prst="rect">
            <a:avLst/>
          </a:prstGeom>
        </p:spPr>
      </p:pic>
      <p:pic>
        <p:nvPicPr>
          <p:cNvPr id="5" name="Grafik 4" descr="Ein Bild, das Text, Screenshot, Software, Computersymbol enthält.&#10;&#10;Beschreibung automatisch generiert.">
            <a:extLst>
              <a:ext uri="{FF2B5EF4-FFF2-40B4-BE49-F238E27FC236}">
                <a16:creationId xmlns:a16="http://schemas.microsoft.com/office/drawing/2014/main" id="{185F1804-AA87-D96D-C7BE-CB96F1D85979}"/>
              </a:ext>
            </a:extLst>
          </p:cNvPr>
          <p:cNvPicPr>
            <a:picLocks noChangeAspect="1"/>
          </p:cNvPicPr>
          <p:nvPr/>
        </p:nvPicPr>
        <p:blipFill>
          <a:blip r:embed="rId3"/>
          <a:stretch>
            <a:fillRect/>
          </a:stretch>
        </p:blipFill>
        <p:spPr>
          <a:xfrm>
            <a:off x="9146071" y="5751195"/>
            <a:ext cx="8653101" cy="3974882"/>
          </a:xfrm>
          <a:prstGeom prst="rect">
            <a:avLst/>
          </a:prstGeom>
        </p:spPr>
      </p:pic>
    </p:spTree>
    <p:extLst>
      <p:ext uri="{BB962C8B-B14F-4D97-AF65-F5344CB8AC3E}">
        <p14:creationId xmlns:p14="http://schemas.microsoft.com/office/powerpoint/2010/main" val="3242061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4E6D7C-0100-36A1-3183-E360B56D2462}"/>
              </a:ext>
            </a:extLst>
          </p:cNvPr>
          <p:cNvSpPr>
            <a:spLocks noGrp="1"/>
          </p:cNvSpPr>
          <p:nvPr>
            <p:ph type="title"/>
          </p:nvPr>
        </p:nvSpPr>
        <p:spPr/>
        <p:txBody>
          <a:bodyPr lIns="91440" tIns="45720" rIns="91440" bIns="45720" anchor="t"/>
          <a:lstStyle/>
          <a:p>
            <a:r>
              <a:rPr lang="de-DE" dirty="0" err="1">
                <a:ea typeface="+mj-lt"/>
                <a:cs typeface="+mj-lt"/>
              </a:rPr>
              <a:t>Specifying</a:t>
            </a:r>
            <a:r>
              <a:rPr lang="de-DE" dirty="0">
                <a:ea typeface="+mj-lt"/>
                <a:cs typeface="+mj-lt"/>
              </a:rPr>
              <a:t> Value Objects </a:t>
            </a:r>
            <a:r>
              <a:rPr lang="de-DE" dirty="0" err="1">
                <a:ea typeface="+mj-lt"/>
                <a:cs typeface="+mj-lt"/>
              </a:rPr>
              <a:t>for</a:t>
            </a:r>
            <a:r>
              <a:rPr lang="de-DE" dirty="0">
                <a:ea typeface="+mj-lt"/>
                <a:cs typeface="+mj-lt"/>
              </a:rPr>
              <a:t> Value Exchanges</a:t>
            </a:r>
            <a:endParaRPr lang="de-DE" dirty="0"/>
          </a:p>
        </p:txBody>
      </p:sp>
      <p:pic>
        <p:nvPicPr>
          <p:cNvPr id="4" name="Grafik 3" descr="Ein Bild, das Text, Screenshot, Display, Software enthält.&#10;&#10;Beschreibung automatisch generiert.">
            <a:extLst>
              <a:ext uri="{FF2B5EF4-FFF2-40B4-BE49-F238E27FC236}">
                <a16:creationId xmlns:a16="http://schemas.microsoft.com/office/drawing/2014/main" id="{E41646BE-42C2-321E-CAC3-2D34BD03D16A}"/>
              </a:ext>
            </a:extLst>
          </p:cNvPr>
          <p:cNvPicPr>
            <a:picLocks noChangeAspect="1"/>
          </p:cNvPicPr>
          <p:nvPr/>
        </p:nvPicPr>
        <p:blipFill>
          <a:blip r:embed="rId2"/>
          <a:srcRect r="24699" b="-171"/>
          <a:stretch/>
        </p:blipFill>
        <p:spPr>
          <a:xfrm>
            <a:off x="2482166" y="1188587"/>
            <a:ext cx="6663246" cy="5675734"/>
          </a:xfrm>
          <a:prstGeom prst="rect">
            <a:avLst/>
          </a:prstGeom>
        </p:spPr>
      </p:pic>
      <p:pic>
        <p:nvPicPr>
          <p:cNvPr id="5" name="Grafik 4" descr="Ein Bild, das Text, Screenshot, Software, Computersymbol enthält.&#10;&#10;Beschreibung automatisch generiert.">
            <a:extLst>
              <a:ext uri="{FF2B5EF4-FFF2-40B4-BE49-F238E27FC236}">
                <a16:creationId xmlns:a16="http://schemas.microsoft.com/office/drawing/2014/main" id="{22E2D7C9-2C00-A702-7502-06AFF73787A1}"/>
              </a:ext>
            </a:extLst>
          </p:cNvPr>
          <p:cNvPicPr>
            <a:picLocks noChangeAspect="1"/>
          </p:cNvPicPr>
          <p:nvPr/>
        </p:nvPicPr>
        <p:blipFill>
          <a:blip r:embed="rId3"/>
          <a:srcRect r="34453"/>
          <a:stretch/>
        </p:blipFill>
        <p:spPr>
          <a:xfrm>
            <a:off x="11523338" y="1193192"/>
            <a:ext cx="6102058" cy="5819708"/>
          </a:xfrm>
          <a:prstGeom prst="rect">
            <a:avLst/>
          </a:prstGeom>
        </p:spPr>
      </p:pic>
      <p:sp>
        <p:nvSpPr>
          <p:cNvPr id="7" name="Pfeil: nach rechts 6">
            <a:extLst>
              <a:ext uri="{FF2B5EF4-FFF2-40B4-BE49-F238E27FC236}">
                <a16:creationId xmlns:a16="http://schemas.microsoft.com/office/drawing/2014/main" id="{94881E13-23D6-262E-FE13-714BDBF9AA8A}"/>
              </a:ext>
            </a:extLst>
          </p:cNvPr>
          <p:cNvSpPr/>
          <p:nvPr/>
        </p:nvSpPr>
        <p:spPr>
          <a:xfrm>
            <a:off x="9598971" y="3627957"/>
            <a:ext cx="1483440" cy="8029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82131EBF-30C1-C0B9-5A39-6AC456F3E477}"/>
              </a:ext>
            </a:extLst>
          </p:cNvPr>
          <p:cNvSpPr txBox="1"/>
          <p:nvPr/>
        </p:nvSpPr>
        <p:spPr>
          <a:xfrm>
            <a:off x="4917501" y="7427205"/>
            <a:ext cx="10316081"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rgbClr val="003399"/>
                </a:solidFill>
              </a:rPr>
              <a:t>By double-clicking on the </a:t>
            </a:r>
            <a:r>
              <a:rPr lang="en-US" sz="2800" b="1" dirty="0">
                <a:solidFill>
                  <a:srgbClr val="003399"/>
                </a:solidFill>
              </a:rPr>
              <a:t>Value Exchanges</a:t>
            </a:r>
            <a:r>
              <a:rPr lang="en-US" sz="2800" dirty="0">
                <a:solidFill>
                  <a:srgbClr val="003399"/>
                </a:solidFill>
              </a:rPr>
              <a:t>, a name can be assigned under </a:t>
            </a:r>
            <a:r>
              <a:rPr lang="en-US" sz="2800" b="1" dirty="0">
                <a:solidFill>
                  <a:srgbClr val="003399"/>
                </a:solidFill>
              </a:rPr>
              <a:t>Value Object</a:t>
            </a:r>
            <a:r>
              <a:rPr lang="en-US" sz="2800" dirty="0">
                <a:solidFill>
                  <a:srgbClr val="003399"/>
                </a:solidFill>
              </a:rPr>
              <a:t>, which is then displayed along the edge of the </a:t>
            </a:r>
            <a:r>
              <a:rPr lang="en-US" sz="2800" b="1" dirty="0">
                <a:solidFill>
                  <a:srgbClr val="003399"/>
                </a:solidFill>
              </a:rPr>
              <a:t>Value Exchange</a:t>
            </a:r>
            <a:r>
              <a:rPr lang="en-US" sz="2800" dirty="0">
                <a:solidFill>
                  <a:srgbClr val="003399"/>
                </a:solidFill>
              </a:rPr>
              <a:t>.</a:t>
            </a:r>
            <a:endParaRPr lang="en-US" sz="2800">
              <a:solidFill>
                <a:srgbClr val="003399"/>
              </a:solidFill>
              <a:ea typeface="Open Sans"/>
              <a:cs typeface="Open Sans"/>
            </a:endParaRPr>
          </a:p>
        </p:txBody>
      </p:sp>
    </p:spTree>
    <p:extLst>
      <p:ext uri="{BB962C8B-B14F-4D97-AF65-F5344CB8AC3E}">
        <p14:creationId xmlns:p14="http://schemas.microsoft.com/office/powerpoint/2010/main" val="2004005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FA6A0F-0D01-B253-7932-88D45CA61490}"/>
              </a:ext>
            </a:extLst>
          </p:cNvPr>
          <p:cNvSpPr>
            <a:spLocks noGrp="1"/>
          </p:cNvSpPr>
          <p:nvPr>
            <p:ph type="title"/>
          </p:nvPr>
        </p:nvSpPr>
        <p:spPr/>
        <p:txBody>
          <a:bodyPr lIns="91440" tIns="45720" rIns="91440" bIns="45720" anchor="t"/>
          <a:lstStyle/>
          <a:p>
            <a:r>
              <a:rPr lang="de-DE" dirty="0" err="1">
                <a:ea typeface="+mj-lt"/>
                <a:cs typeface="+mj-lt"/>
              </a:rPr>
              <a:t>Specifying</a:t>
            </a:r>
            <a:r>
              <a:rPr lang="de-DE" dirty="0">
                <a:ea typeface="+mj-lt"/>
                <a:cs typeface="+mj-lt"/>
              </a:rPr>
              <a:t> </a:t>
            </a:r>
            <a:r>
              <a:rPr lang="de-DE" dirty="0" err="1">
                <a:ea typeface="+mj-lt"/>
                <a:cs typeface="+mj-lt"/>
              </a:rPr>
              <a:t>Economic</a:t>
            </a:r>
            <a:r>
              <a:rPr lang="de-DE" dirty="0">
                <a:ea typeface="+mj-lt"/>
                <a:cs typeface="+mj-lt"/>
              </a:rPr>
              <a:t> Parameters in </a:t>
            </a:r>
            <a:r>
              <a:rPr lang="de-DE" dirty="0" err="1">
                <a:ea typeface="+mj-lt"/>
                <a:cs typeface="+mj-lt"/>
              </a:rPr>
              <a:t>the</a:t>
            </a:r>
            <a:r>
              <a:rPr lang="de-DE" dirty="0">
                <a:ea typeface="+mj-lt"/>
                <a:cs typeface="+mj-lt"/>
              </a:rPr>
              <a:t> Value Interface and Expanding </a:t>
            </a:r>
            <a:r>
              <a:rPr lang="de-DE" dirty="0" err="1">
                <a:ea typeface="+mj-lt"/>
                <a:cs typeface="+mj-lt"/>
              </a:rPr>
              <a:t>the</a:t>
            </a:r>
            <a:r>
              <a:rPr lang="de-DE" dirty="0">
                <a:ea typeface="+mj-lt"/>
                <a:cs typeface="+mj-lt"/>
              </a:rPr>
              <a:t> NBM: </a:t>
            </a:r>
            <a:r>
              <a:rPr lang="de-DE" dirty="0" err="1">
                <a:ea typeface="+mj-lt"/>
                <a:cs typeface="+mj-lt"/>
              </a:rPr>
              <a:t>Tire</a:t>
            </a:r>
            <a:r>
              <a:rPr lang="de-DE" dirty="0">
                <a:ea typeface="+mj-lt"/>
                <a:cs typeface="+mj-lt"/>
              </a:rPr>
              <a:t> Supplier</a:t>
            </a:r>
          </a:p>
        </p:txBody>
      </p:sp>
      <p:pic>
        <p:nvPicPr>
          <p:cNvPr id="4" name="Grafik 3" descr="Ein Bild, das Text, Screenshot, Software, Display enthält.&#10;&#10;Beschreibung automatisch generiert.">
            <a:extLst>
              <a:ext uri="{FF2B5EF4-FFF2-40B4-BE49-F238E27FC236}">
                <a16:creationId xmlns:a16="http://schemas.microsoft.com/office/drawing/2014/main" id="{85FA46EF-70E8-DE15-00DF-2209FDB52E64}"/>
              </a:ext>
            </a:extLst>
          </p:cNvPr>
          <p:cNvPicPr>
            <a:picLocks noChangeAspect="1"/>
          </p:cNvPicPr>
          <p:nvPr/>
        </p:nvPicPr>
        <p:blipFill>
          <a:blip r:embed="rId2"/>
          <a:stretch>
            <a:fillRect/>
          </a:stretch>
        </p:blipFill>
        <p:spPr>
          <a:xfrm>
            <a:off x="8642570" y="1872533"/>
            <a:ext cx="9548590" cy="7135542"/>
          </a:xfrm>
          <a:prstGeom prst="rect">
            <a:avLst/>
          </a:prstGeom>
        </p:spPr>
      </p:pic>
      <p:sp>
        <p:nvSpPr>
          <p:cNvPr id="6" name="Textfeld 5">
            <a:extLst>
              <a:ext uri="{FF2B5EF4-FFF2-40B4-BE49-F238E27FC236}">
                <a16:creationId xmlns:a16="http://schemas.microsoft.com/office/drawing/2014/main" id="{497C02EA-5008-B102-6EE6-12C293E48CB0}"/>
              </a:ext>
            </a:extLst>
          </p:cNvPr>
          <p:cNvSpPr txBox="1"/>
          <p:nvPr/>
        </p:nvSpPr>
        <p:spPr>
          <a:xfrm>
            <a:off x="2517612" y="1681313"/>
            <a:ext cx="5292211" cy="84023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3399"/>
                </a:solidFill>
              </a:rPr>
              <a:t>New Actor:</a:t>
            </a:r>
            <a:r>
              <a:rPr lang="en-US" dirty="0">
                <a:solidFill>
                  <a:srgbClr val="003399"/>
                </a:solidFill>
              </a:rPr>
              <a:t> Tire Supplier provides tires to the Car Manufacturer.</a:t>
            </a:r>
            <a:endParaRPr lang="de-DE" dirty="0"/>
          </a:p>
          <a:p>
            <a:r>
              <a:rPr lang="en-US" b="1" dirty="0">
                <a:solidFill>
                  <a:srgbClr val="003399"/>
                </a:solidFill>
              </a:rPr>
              <a:t>Value Interfaces:</a:t>
            </a:r>
            <a:r>
              <a:rPr lang="en-US" dirty="0">
                <a:solidFill>
                  <a:srgbClr val="003399"/>
                </a:solidFill>
              </a:rPr>
              <a:t> Add two interfaces (Tire Supplier and Car Manufacturer) connected via Value Exchanges with the Value Object </a:t>
            </a:r>
            <a:r>
              <a:rPr lang="en-US" b="1" dirty="0">
                <a:solidFill>
                  <a:srgbClr val="003399"/>
                </a:solidFill>
              </a:rPr>
              <a:t>Tires </a:t>
            </a:r>
            <a:r>
              <a:rPr lang="en-US" dirty="0">
                <a:solidFill>
                  <a:srgbClr val="003399"/>
                </a:solidFill>
              </a:rPr>
              <a:t>and </a:t>
            </a:r>
            <a:r>
              <a:rPr lang="en-US" b="1" dirty="0">
                <a:solidFill>
                  <a:srgbClr val="003399"/>
                </a:solidFill>
              </a:rPr>
              <a:t>Money</a:t>
            </a:r>
            <a:r>
              <a:rPr lang="en-US" dirty="0">
                <a:solidFill>
                  <a:srgbClr val="003399"/>
                </a:solidFill>
              </a:rPr>
              <a:t>.</a:t>
            </a:r>
            <a:endParaRPr lang="en-US" dirty="0">
              <a:solidFill>
                <a:srgbClr val="003399"/>
              </a:solidFill>
              <a:ea typeface="Open Sans"/>
              <a:cs typeface="Open Sans"/>
            </a:endParaRPr>
          </a:p>
          <a:p>
            <a:endParaRPr lang="en-US" dirty="0">
              <a:solidFill>
                <a:srgbClr val="003399"/>
              </a:solidFill>
              <a:ea typeface="+mn-lt"/>
              <a:cs typeface="+mn-lt"/>
            </a:endParaRPr>
          </a:p>
          <a:p>
            <a:r>
              <a:rPr lang="en-US" dirty="0">
                <a:solidFill>
                  <a:srgbClr val="003399"/>
                </a:solidFill>
                <a:ea typeface="+mn-lt"/>
                <a:cs typeface="+mn-lt"/>
              </a:rPr>
              <a:t>By double-clicking the </a:t>
            </a:r>
            <a:r>
              <a:rPr lang="en-US" b="1" dirty="0">
                <a:solidFill>
                  <a:srgbClr val="003399"/>
                </a:solidFill>
                <a:ea typeface="+mn-lt"/>
                <a:cs typeface="+mn-lt"/>
              </a:rPr>
              <a:t>Value Interface </a:t>
            </a:r>
            <a:r>
              <a:rPr lang="en-US" dirty="0">
                <a:solidFill>
                  <a:srgbClr val="003399"/>
                </a:solidFill>
                <a:ea typeface="+mn-lt"/>
                <a:cs typeface="+mn-lt"/>
              </a:rPr>
              <a:t>of the </a:t>
            </a:r>
            <a:r>
              <a:rPr lang="en-US" b="1" dirty="0">
                <a:solidFill>
                  <a:srgbClr val="003399"/>
                </a:solidFill>
                <a:ea typeface="+mn-lt"/>
                <a:cs typeface="+mn-lt"/>
              </a:rPr>
              <a:t>Tire Supplier</a:t>
            </a:r>
            <a:r>
              <a:rPr lang="en-US" dirty="0">
                <a:solidFill>
                  <a:srgbClr val="003399"/>
                </a:solidFill>
                <a:ea typeface="+mn-lt"/>
                <a:cs typeface="+mn-lt"/>
              </a:rPr>
              <a:t>, the following economic parameters are specified:</a:t>
            </a:r>
            <a:endParaRPr lang="en-US" dirty="0">
              <a:ea typeface="+mn-lt"/>
              <a:cs typeface="+mn-lt"/>
            </a:endParaRPr>
          </a:p>
          <a:p>
            <a:endParaRPr lang="en-US" b="1" dirty="0">
              <a:solidFill>
                <a:srgbClr val="003399"/>
              </a:solidFill>
            </a:endParaRPr>
          </a:p>
          <a:p>
            <a:r>
              <a:rPr lang="en-US" b="1" dirty="0">
                <a:solidFill>
                  <a:srgbClr val="003399"/>
                </a:solidFill>
              </a:rPr>
              <a:t>Economic Parameters:</a:t>
            </a:r>
            <a:r>
              <a:rPr lang="en-US" dirty="0">
                <a:solidFill>
                  <a:srgbClr val="003399"/>
                </a:solidFill>
              </a:rPr>
              <a:t>.</a:t>
            </a:r>
            <a:endParaRPr lang="en-US" dirty="0">
              <a:ea typeface="+mn-lt"/>
              <a:cs typeface="+mn-lt"/>
            </a:endParaRPr>
          </a:p>
          <a:p>
            <a:pPr marL="0" lvl="1"/>
            <a:r>
              <a:rPr lang="en-US" b="1" dirty="0">
                <a:solidFill>
                  <a:srgbClr val="003399"/>
                </a:solidFill>
              </a:rPr>
              <a:t>Number of Items:</a:t>
            </a:r>
            <a:r>
              <a:rPr lang="en-US" dirty="0">
                <a:solidFill>
                  <a:srgbClr val="003399"/>
                </a:solidFill>
              </a:rPr>
              <a:t> 4,000 tires (1000 cars x 4 tires).</a:t>
            </a:r>
            <a:endParaRPr lang="en-US" dirty="0">
              <a:solidFill>
                <a:srgbClr val="003399"/>
              </a:solidFill>
              <a:ea typeface="Open Sans"/>
              <a:cs typeface="Open Sans"/>
            </a:endParaRPr>
          </a:p>
          <a:p>
            <a:pPr marL="228600" lvl="1" indent="-228600">
              <a:buFont typeface="Arial"/>
              <a:buChar char="•"/>
            </a:pPr>
            <a:r>
              <a:rPr lang="en-US" dirty="0">
                <a:solidFill>
                  <a:srgbClr val="003399"/>
                </a:solidFill>
                <a:ea typeface="Open Sans"/>
                <a:cs typeface="Open Sans"/>
              </a:rPr>
              <a:t>Specifies the quantity of products sold per period</a:t>
            </a:r>
          </a:p>
          <a:p>
            <a:pPr marL="228600" lvl="1" indent="-228600">
              <a:buFont typeface="Arial"/>
              <a:buChar char="•"/>
            </a:pPr>
            <a:r>
              <a:rPr lang="en-US" dirty="0">
                <a:solidFill>
                  <a:srgbClr val="003399"/>
                </a:solidFill>
                <a:ea typeface="+mn-lt"/>
                <a:cs typeface="+mn-lt"/>
              </a:rPr>
              <a:t>Example: The </a:t>
            </a:r>
            <a:r>
              <a:rPr lang="en-US" b="1" dirty="0">
                <a:solidFill>
                  <a:srgbClr val="003399"/>
                </a:solidFill>
                <a:ea typeface="+mn-lt"/>
                <a:cs typeface="+mn-lt"/>
              </a:rPr>
              <a:t>Car Manufacturer</a:t>
            </a:r>
            <a:r>
              <a:rPr lang="en-US" dirty="0">
                <a:solidFill>
                  <a:srgbClr val="003399"/>
                </a:solidFill>
                <a:ea typeface="+mn-lt"/>
                <a:cs typeface="+mn-lt"/>
              </a:rPr>
              <a:t> produces 1,000 cars, requiring </a:t>
            </a:r>
            <a:r>
              <a:rPr lang="en-US" b="1" dirty="0">
                <a:solidFill>
                  <a:srgbClr val="003399"/>
                </a:solidFill>
                <a:ea typeface="+mn-lt"/>
                <a:cs typeface="+mn-lt"/>
              </a:rPr>
              <a:t>4,000 tires</a:t>
            </a:r>
            <a:r>
              <a:rPr lang="en-US" dirty="0">
                <a:solidFill>
                  <a:srgbClr val="003399"/>
                </a:solidFill>
                <a:ea typeface="+mn-lt"/>
                <a:cs typeface="+mn-lt"/>
              </a:rPr>
              <a:t>.</a:t>
            </a:r>
          </a:p>
          <a:p>
            <a:pPr marL="0" lvl="1"/>
            <a:r>
              <a:rPr lang="en-US" b="1" dirty="0">
                <a:solidFill>
                  <a:srgbClr val="003399"/>
                </a:solidFill>
              </a:rPr>
              <a:t>Price:</a:t>
            </a:r>
            <a:r>
              <a:rPr lang="en-US" dirty="0">
                <a:solidFill>
                  <a:srgbClr val="003399"/>
                </a:solidFill>
              </a:rPr>
              <a:t> </a:t>
            </a:r>
            <a:endParaRPr lang="en-US" dirty="0">
              <a:solidFill>
                <a:srgbClr val="000000"/>
              </a:solidFill>
              <a:ea typeface="+mn-lt"/>
              <a:cs typeface="+mn-lt"/>
            </a:endParaRPr>
          </a:p>
          <a:p>
            <a:pPr marL="285750" lvl="1" indent="-285750">
              <a:buFont typeface="Arial"/>
              <a:buChar char="•"/>
            </a:pPr>
            <a:r>
              <a:rPr lang="en-US" dirty="0">
                <a:solidFill>
                  <a:srgbClr val="003399"/>
                </a:solidFill>
                <a:ea typeface="+mn-lt"/>
                <a:cs typeface="+mn-lt"/>
              </a:rPr>
              <a:t>The price paid by the </a:t>
            </a:r>
            <a:r>
              <a:rPr lang="en-US" b="1" dirty="0">
                <a:solidFill>
                  <a:srgbClr val="003399"/>
                </a:solidFill>
                <a:ea typeface="+mn-lt"/>
                <a:cs typeface="+mn-lt"/>
              </a:rPr>
              <a:t>Car Manufacturer</a:t>
            </a:r>
            <a:r>
              <a:rPr lang="en-US" dirty="0">
                <a:solidFill>
                  <a:srgbClr val="003399"/>
                </a:solidFill>
                <a:ea typeface="+mn-lt"/>
                <a:cs typeface="+mn-lt"/>
              </a:rPr>
              <a:t> per tire.</a:t>
            </a:r>
            <a:endParaRPr lang="en-US" dirty="0">
              <a:solidFill>
                <a:srgbClr val="000000"/>
              </a:solidFill>
              <a:ea typeface="+mn-lt"/>
              <a:cs typeface="+mn-lt"/>
            </a:endParaRPr>
          </a:p>
          <a:p>
            <a:pPr marL="285750" lvl="1" indent="-285750">
              <a:buFont typeface="Arial"/>
              <a:buChar char="•"/>
            </a:pPr>
            <a:r>
              <a:rPr lang="en-US" dirty="0">
                <a:solidFill>
                  <a:srgbClr val="003399"/>
                </a:solidFill>
                <a:ea typeface="+mn-lt"/>
                <a:cs typeface="+mn-lt"/>
              </a:rPr>
              <a:t>Example: </a:t>
            </a:r>
            <a:r>
              <a:rPr lang="en-US" b="1" dirty="0">
                <a:solidFill>
                  <a:srgbClr val="003399"/>
                </a:solidFill>
                <a:ea typeface="+mn-lt"/>
                <a:cs typeface="+mn-lt"/>
              </a:rPr>
              <a:t>€250 per tire</a:t>
            </a:r>
            <a:r>
              <a:rPr lang="en-US" dirty="0">
                <a:solidFill>
                  <a:srgbClr val="003399"/>
                </a:solidFill>
                <a:ea typeface="+mn-lt"/>
                <a:cs typeface="+mn-lt"/>
              </a:rPr>
              <a:t>.</a:t>
            </a:r>
            <a:endParaRPr lang="en-US" dirty="0">
              <a:ea typeface="Open Sans"/>
              <a:cs typeface="Open Sans"/>
            </a:endParaRPr>
          </a:p>
          <a:p>
            <a:pPr marL="228600" lvl="1" indent="-228600">
              <a:buFont typeface="Arial"/>
              <a:buChar char="•"/>
            </a:pPr>
            <a:endParaRPr lang="en-US" dirty="0">
              <a:solidFill>
                <a:srgbClr val="003399"/>
              </a:solidFill>
              <a:ea typeface="Open Sans"/>
              <a:cs typeface="Open Sans"/>
            </a:endParaRPr>
          </a:p>
          <a:p>
            <a:r>
              <a:rPr lang="en-US" b="1" dirty="0">
                <a:solidFill>
                  <a:srgbClr val="003399"/>
                </a:solidFill>
              </a:rPr>
              <a:t>Other Parameters:</a:t>
            </a:r>
            <a:r>
              <a:rPr lang="en-US" dirty="0">
                <a:solidFill>
                  <a:srgbClr val="003399"/>
                </a:solidFill>
              </a:rPr>
              <a:t> Fixed and Variable Costs can be ignored for the Tire Supplier.</a:t>
            </a:r>
            <a:endParaRPr lang="en-US" dirty="0">
              <a:solidFill>
                <a:srgbClr val="003399"/>
              </a:solidFill>
              <a:ea typeface="Open Sans"/>
              <a:cs typeface="Open Sans"/>
            </a:endParaRP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50322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68306F-9355-79FC-1089-AAE5375D2A93}"/>
              </a:ext>
            </a:extLst>
          </p:cNvPr>
          <p:cNvSpPr>
            <a:spLocks noGrp="1"/>
          </p:cNvSpPr>
          <p:nvPr>
            <p:ph type="title"/>
          </p:nvPr>
        </p:nvSpPr>
        <p:spPr/>
        <p:txBody>
          <a:bodyPr lIns="91440" tIns="45720" rIns="91440" bIns="45720" anchor="t"/>
          <a:lstStyle/>
          <a:p>
            <a:r>
              <a:rPr lang="de-DE" dirty="0" err="1">
                <a:ea typeface="+mj-lt"/>
                <a:cs typeface="+mj-lt"/>
              </a:rPr>
              <a:t>Specifying</a:t>
            </a:r>
            <a:r>
              <a:rPr lang="de-DE" dirty="0">
                <a:ea typeface="+mj-lt"/>
                <a:cs typeface="+mj-lt"/>
              </a:rPr>
              <a:t> </a:t>
            </a:r>
            <a:r>
              <a:rPr lang="de-DE" dirty="0" err="1">
                <a:ea typeface="+mj-lt"/>
                <a:cs typeface="+mj-lt"/>
              </a:rPr>
              <a:t>Economic</a:t>
            </a:r>
            <a:r>
              <a:rPr lang="de-DE" dirty="0">
                <a:ea typeface="+mj-lt"/>
                <a:cs typeface="+mj-lt"/>
              </a:rPr>
              <a:t> Parameters in </a:t>
            </a:r>
            <a:r>
              <a:rPr lang="de-DE" dirty="0" err="1">
                <a:ea typeface="+mj-lt"/>
                <a:cs typeface="+mj-lt"/>
              </a:rPr>
              <a:t>the</a:t>
            </a:r>
            <a:r>
              <a:rPr lang="de-DE" dirty="0">
                <a:ea typeface="+mj-lt"/>
                <a:cs typeface="+mj-lt"/>
              </a:rPr>
              <a:t> Value Interface</a:t>
            </a:r>
            <a:endParaRPr lang="de-DE" dirty="0"/>
          </a:p>
        </p:txBody>
      </p:sp>
      <p:sp>
        <p:nvSpPr>
          <p:cNvPr id="7" name="Textfeld 6">
            <a:extLst>
              <a:ext uri="{FF2B5EF4-FFF2-40B4-BE49-F238E27FC236}">
                <a16:creationId xmlns:a16="http://schemas.microsoft.com/office/drawing/2014/main" id="{41D277B0-E5A7-D902-8CF4-A8B5F382C198}"/>
              </a:ext>
            </a:extLst>
          </p:cNvPr>
          <p:cNvSpPr txBox="1"/>
          <p:nvPr/>
        </p:nvSpPr>
        <p:spPr>
          <a:xfrm>
            <a:off x="2153715" y="4593683"/>
            <a:ext cx="8601291"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03399"/>
                </a:solidFill>
              </a:rPr>
              <a:t>Double-clicking on the </a:t>
            </a:r>
            <a:r>
              <a:rPr lang="en-US" sz="1600" b="1" dirty="0">
                <a:solidFill>
                  <a:srgbClr val="003399"/>
                </a:solidFill>
              </a:rPr>
              <a:t>Value Interface</a:t>
            </a:r>
            <a:r>
              <a:rPr lang="en-US" sz="1600" dirty="0">
                <a:solidFill>
                  <a:srgbClr val="003399"/>
                </a:solidFill>
              </a:rPr>
              <a:t> of the </a:t>
            </a:r>
            <a:r>
              <a:rPr lang="en-US" sz="1600" b="1" dirty="0">
                <a:solidFill>
                  <a:srgbClr val="003399"/>
                </a:solidFill>
              </a:rPr>
              <a:t>Car Manufacturer</a:t>
            </a:r>
            <a:r>
              <a:rPr lang="en-US" sz="1600" dirty="0">
                <a:solidFill>
                  <a:srgbClr val="003399"/>
                </a:solidFill>
              </a:rPr>
              <a:t> allows economic parameters to be defined. As a prototype, the simulation focuses on selected elements.</a:t>
            </a:r>
            <a:endParaRPr lang="en-US" sz="1600" dirty="0">
              <a:solidFill>
                <a:srgbClr val="003399"/>
              </a:solidFill>
              <a:ea typeface="Open Sans"/>
              <a:cs typeface="Open Sans"/>
            </a:endParaRPr>
          </a:p>
          <a:p>
            <a:endParaRPr lang="en-US" sz="1600" b="1" dirty="0">
              <a:solidFill>
                <a:srgbClr val="003399"/>
              </a:solidFill>
            </a:endParaRPr>
          </a:p>
          <a:p>
            <a:r>
              <a:rPr lang="en-US" sz="1600" b="1" dirty="0">
                <a:solidFill>
                  <a:srgbClr val="003399"/>
                </a:solidFill>
              </a:rPr>
              <a:t>Parameter Settings:</a:t>
            </a:r>
            <a:endParaRPr lang="en-US" sz="1600" b="1" dirty="0">
              <a:solidFill>
                <a:srgbClr val="003399"/>
              </a:solidFill>
              <a:ea typeface="Open Sans"/>
              <a:cs typeface="Open Sans"/>
            </a:endParaRPr>
          </a:p>
          <a:p>
            <a:r>
              <a:rPr lang="en-US" sz="1400" b="1" dirty="0">
                <a:solidFill>
                  <a:srgbClr val="003399"/>
                </a:solidFill>
              </a:rPr>
              <a:t>Number of Items</a:t>
            </a:r>
            <a:endParaRPr lang="en-US" sz="1400" b="1" dirty="0">
              <a:solidFill>
                <a:srgbClr val="003399"/>
              </a:solidFill>
              <a:ea typeface="Open Sans"/>
              <a:cs typeface="Open Sans"/>
            </a:endParaRPr>
          </a:p>
          <a:p>
            <a:pPr marL="285750" lvl="1" indent="-285750">
              <a:buFont typeface="Arial"/>
              <a:buChar char="•"/>
            </a:pPr>
            <a:r>
              <a:rPr lang="en-US" sz="1400" dirty="0">
                <a:solidFill>
                  <a:srgbClr val="003399"/>
                </a:solidFill>
              </a:rPr>
              <a:t>Specifies the quantity of products sold per customer and period (e.g., month or year).</a:t>
            </a:r>
            <a:endParaRPr lang="en-US" sz="1400" dirty="0">
              <a:solidFill>
                <a:srgbClr val="003399"/>
              </a:solidFill>
              <a:ea typeface="Open Sans"/>
              <a:cs typeface="Open Sans"/>
            </a:endParaRPr>
          </a:p>
          <a:p>
            <a:pPr marL="285750" lvl="1" indent="-285750">
              <a:buFont typeface="Arial"/>
              <a:buChar char="•"/>
            </a:pPr>
            <a:r>
              <a:rPr lang="en-US" sz="1400" dirty="0">
                <a:solidFill>
                  <a:srgbClr val="003399"/>
                </a:solidFill>
              </a:rPr>
              <a:t>Set to </a:t>
            </a:r>
            <a:r>
              <a:rPr lang="en-US" sz="1400" b="1" dirty="0">
                <a:solidFill>
                  <a:srgbClr val="003399"/>
                </a:solidFill>
              </a:rPr>
              <a:t>1 vehicle</a:t>
            </a:r>
            <a:r>
              <a:rPr lang="en-US" sz="1400" dirty="0">
                <a:solidFill>
                  <a:srgbClr val="003399"/>
                </a:solidFill>
              </a:rPr>
              <a:t>, as it is not expected that more than one car will be sold to a single customer.</a:t>
            </a:r>
            <a:endParaRPr lang="en-US" sz="1400" dirty="0">
              <a:solidFill>
                <a:srgbClr val="003399"/>
              </a:solidFill>
              <a:ea typeface="Open Sans"/>
              <a:cs typeface="Open Sans"/>
            </a:endParaRPr>
          </a:p>
          <a:p>
            <a:r>
              <a:rPr lang="en-US" sz="1400" b="1" dirty="0">
                <a:solidFill>
                  <a:srgbClr val="003399"/>
                </a:solidFill>
              </a:rPr>
              <a:t>Price per Product (Price)</a:t>
            </a:r>
            <a:endParaRPr lang="en-US" sz="1400" b="1" dirty="0">
              <a:solidFill>
                <a:srgbClr val="003399"/>
              </a:solidFill>
              <a:ea typeface="Open Sans"/>
              <a:cs typeface="Open Sans"/>
            </a:endParaRPr>
          </a:p>
          <a:p>
            <a:pPr marL="228600" lvl="1" indent="-228600">
              <a:buFont typeface="Arial"/>
              <a:buChar char="•"/>
            </a:pPr>
            <a:r>
              <a:rPr lang="en-US" sz="1400" dirty="0">
                <a:solidFill>
                  <a:srgbClr val="003399"/>
                </a:solidFill>
              </a:rPr>
              <a:t>Defines the selling price per unit.</a:t>
            </a:r>
            <a:endParaRPr lang="en-US" sz="1400" dirty="0">
              <a:solidFill>
                <a:srgbClr val="003399"/>
              </a:solidFill>
              <a:ea typeface="Open Sans"/>
              <a:cs typeface="Open Sans"/>
            </a:endParaRPr>
          </a:p>
          <a:p>
            <a:r>
              <a:rPr lang="en-US" sz="1400" b="1" dirty="0">
                <a:solidFill>
                  <a:srgbClr val="003399"/>
                </a:solidFill>
              </a:rPr>
              <a:t>Fixed Costs</a:t>
            </a:r>
            <a:endParaRPr lang="en-US" sz="1400" b="1" dirty="0">
              <a:solidFill>
                <a:srgbClr val="003399"/>
              </a:solidFill>
              <a:ea typeface="Open Sans"/>
              <a:cs typeface="Open Sans"/>
            </a:endParaRPr>
          </a:p>
          <a:p>
            <a:pPr marL="228600" lvl="1" indent="-228600">
              <a:buFont typeface="Arial"/>
              <a:buChar char="•"/>
            </a:pPr>
            <a:r>
              <a:rPr lang="en-US" sz="1400" dirty="0">
                <a:solidFill>
                  <a:srgbClr val="003399"/>
                </a:solidFill>
              </a:rPr>
              <a:t>Remain constant regardless of production volume.</a:t>
            </a:r>
            <a:endParaRPr lang="en-US" sz="1400" dirty="0">
              <a:solidFill>
                <a:srgbClr val="003399"/>
              </a:solidFill>
              <a:ea typeface="Open Sans"/>
              <a:cs typeface="Open Sans"/>
            </a:endParaRPr>
          </a:p>
          <a:p>
            <a:pPr marL="228600" lvl="1" indent="-228600">
              <a:buFont typeface="Arial"/>
              <a:buChar char="•"/>
            </a:pPr>
            <a:r>
              <a:rPr lang="en-US" sz="1400" dirty="0">
                <a:solidFill>
                  <a:srgbClr val="003399"/>
                </a:solidFill>
              </a:rPr>
              <a:t>Cover infrastructure or other fixed expenses.</a:t>
            </a:r>
            <a:endParaRPr lang="en-US" sz="1400" dirty="0">
              <a:solidFill>
                <a:srgbClr val="003399"/>
              </a:solidFill>
              <a:ea typeface="Open Sans"/>
              <a:cs typeface="Open Sans"/>
            </a:endParaRPr>
          </a:p>
          <a:p>
            <a:r>
              <a:rPr lang="en-US" sz="1400" b="1" dirty="0">
                <a:solidFill>
                  <a:srgbClr val="003399"/>
                </a:solidFill>
              </a:rPr>
              <a:t>Variable Costs</a:t>
            </a:r>
            <a:endParaRPr lang="en-US" sz="1400" b="1" dirty="0">
              <a:solidFill>
                <a:srgbClr val="003399"/>
              </a:solidFill>
              <a:ea typeface="Open Sans"/>
              <a:cs typeface="Open Sans"/>
            </a:endParaRPr>
          </a:p>
          <a:p>
            <a:pPr marL="228600" lvl="1" indent="-228600">
              <a:buFont typeface="Arial"/>
              <a:buChar char="•"/>
            </a:pPr>
            <a:r>
              <a:rPr lang="en-US" sz="1400" dirty="0">
                <a:solidFill>
                  <a:srgbClr val="003399"/>
                </a:solidFill>
              </a:rPr>
              <a:t>Increase proportionally with production volume.</a:t>
            </a:r>
            <a:endParaRPr lang="en-US" sz="1400" dirty="0">
              <a:solidFill>
                <a:srgbClr val="003399"/>
              </a:solidFill>
              <a:ea typeface="Open Sans"/>
              <a:cs typeface="Open Sans"/>
            </a:endParaRPr>
          </a:p>
          <a:p>
            <a:pPr marL="228600" lvl="1" indent="-228600">
              <a:buFont typeface="Arial"/>
              <a:buChar char="•"/>
            </a:pPr>
            <a:r>
              <a:rPr lang="en-US" sz="1400" dirty="0">
                <a:solidFill>
                  <a:srgbClr val="003399"/>
                </a:solidFill>
              </a:rPr>
              <a:t>Include costs such as materials or production costs per unit</a:t>
            </a:r>
            <a:r>
              <a:rPr lang="en-US" sz="1600" dirty="0">
                <a:solidFill>
                  <a:srgbClr val="003399"/>
                </a:solidFill>
              </a:rPr>
              <a:t>.</a:t>
            </a:r>
            <a:endParaRPr lang="en-US" sz="1600" dirty="0">
              <a:solidFill>
                <a:srgbClr val="003399"/>
              </a:solidFill>
              <a:ea typeface="Open Sans"/>
              <a:cs typeface="Open Sans"/>
            </a:endParaRPr>
          </a:p>
        </p:txBody>
      </p:sp>
      <p:pic>
        <p:nvPicPr>
          <p:cNvPr id="8" name="Grafik 7" descr="Ein Bild, das Text, Screenshot, Diagramm, Design enthält.&#10;&#10;Beschreibung automatisch generiert.">
            <a:extLst>
              <a:ext uri="{FF2B5EF4-FFF2-40B4-BE49-F238E27FC236}">
                <a16:creationId xmlns:a16="http://schemas.microsoft.com/office/drawing/2014/main" id="{72028CD8-EC15-F4BB-647F-4608DA9FFDFD}"/>
              </a:ext>
            </a:extLst>
          </p:cNvPr>
          <p:cNvPicPr>
            <a:picLocks noChangeAspect="1"/>
          </p:cNvPicPr>
          <p:nvPr/>
        </p:nvPicPr>
        <p:blipFill>
          <a:blip r:embed="rId2"/>
          <a:stretch>
            <a:fillRect/>
          </a:stretch>
        </p:blipFill>
        <p:spPr>
          <a:xfrm>
            <a:off x="2073906" y="1455266"/>
            <a:ext cx="8773600" cy="2909214"/>
          </a:xfrm>
          <a:prstGeom prst="rect">
            <a:avLst/>
          </a:prstGeom>
          <a:ln>
            <a:noFill/>
          </a:ln>
        </p:spPr>
      </p:pic>
      <p:sp>
        <p:nvSpPr>
          <p:cNvPr id="9" name="Rechteck 8">
            <a:extLst>
              <a:ext uri="{FF2B5EF4-FFF2-40B4-BE49-F238E27FC236}">
                <a16:creationId xmlns:a16="http://schemas.microsoft.com/office/drawing/2014/main" id="{DC394674-FEA5-DB0B-9CCC-78FE127B974A}"/>
              </a:ext>
            </a:extLst>
          </p:cNvPr>
          <p:cNvSpPr/>
          <p:nvPr/>
        </p:nvSpPr>
        <p:spPr>
          <a:xfrm>
            <a:off x="7120515" y="2395280"/>
            <a:ext cx="500831" cy="74035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descr="Ein Bild, das Text, Screenshot, Display, Software enthält.&#10;&#10;Beschreibung automatisch generiert.">
            <a:extLst>
              <a:ext uri="{FF2B5EF4-FFF2-40B4-BE49-F238E27FC236}">
                <a16:creationId xmlns:a16="http://schemas.microsoft.com/office/drawing/2014/main" id="{599D6675-1941-28C0-7241-19EE3AA45810}"/>
              </a:ext>
            </a:extLst>
          </p:cNvPr>
          <p:cNvPicPr>
            <a:picLocks noChangeAspect="1"/>
          </p:cNvPicPr>
          <p:nvPr/>
        </p:nvPicPr>
        <p:blipFill>
          <a:blip r:embed="rId3"/>
          <a:stretch>
            <a:fillRect/>
          </a:stretch>
        </p:blipFill>
        <p:spPr>
          <a:xfrm>
            <a:off x="10980419" y="1455376"/>
            <a:ext cx="7217319" cy="7886332"/>
          </a:xfrm>
          <a:prstGeom prst="rect">
            <a:avLst/>
          </a:prstGeom>
        </p:spPr>
      </p:pic>
    </p:spTree>
    <p:extLst>
      <p:ext uri="{BB962C8B-B14F-4D97-AF65-F5344CB8AC3E}">
        <p14:creationId xmlns:p14="http://schemas.microsoft.com/office/powerpoint/2010/main" val="2183408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D34B8E-4F70-B7BF-EBB0-1C157E075856}"/>
              </a:ext>
            </a:extLst>
          </p:cNvPr>
          <p:cNvSpPr>
            <a:spLocks noGrp="1"/>
          </p:cNvSpPr>
          <p:nvPr>
            <p:ph type="title"/>
          </p:nvPr>
        </p:nvSpPr>
        <p:spPr/>
        <p:txBody>
          <a:bodyPr lIns="91440" tIns="45720" rIns="91440" bIns="45720" anchor="t"/>
          <a:lstStyle/>
          <a:p>
            <a:r>
              <a:rPr lang="de-DE" dirty="0" err="1">
                <a:ea typeface="+mj-lt"/>
                <a:cs typeface="+mj-lt"/>
              </a:rPr>
              <a:t>Adjusting</a:t>
            </a:r>
            <a:r>
              <a:rPr lang="de-DE" dirty="0">
                <a:ea typeface="+mj-lt"/>
                <a:cs typeface="+mj-lt"/>
              </a:rPr>
              <a:t> </a:t>
            </a:r>
            <a:r>
              <a:rPr lang="de-DE" dirty="0" err="1">
                <a:ea typeface="+mj-lt"/>
                <a:cs typeface="+mj-lt"/>
              </a:rPr>
              <a:t>the</a:t>
            </a:r>
            <a:r>
              <a:rPr lang="de-DE" dirty="0">
                <a:ea typeface="+mj-lt"/>
                <a:cs typeface="+mj-lt"/>
              </a:rPr>
              <a:t> Market Volume</a:t>
            </a:r>
            <a:endParaRPr lang="de-DE" dirty="0"/>
          </a:p>
        </p:txBody>
      </p:sp>
      <p:sp>
        <p:nvSpPr>
          <p:cNvPr id="3" name="Textplatzhalter 2">
            <a:extLst>
              <a:ext uri="{FF2B5EF4-FFF2-40B4-BE49-F238E27FC236}">
                <a16:creationId xmlns:a16="http://schemas.microsoft.com/office/drawing/2014/main" id="{EFDFAE35-35DC-D989-2EA2-EB0744150D83}"/>
              </a:ext>
            </a:extLst>
          </p:cNvPr>
          <p:cNvSpPr>
            <a:spLocks noGrp="1"/>
          </p:cNvSpPr>
          <p:nvPr>
            <p:ph type="body" sz="quarter" idx="10"/>
          </p:nvPr>
        </p:nvSpPr>
        <p:spPr>
          <a:xfrm>
            <a:off x="2514600" y="1287464"/>
            <a:ext cx="5490029" cy="8469360"/>
          </a:xfrm>
        </p:spPr>
        <p:txBody>
          <a:bodyPr vert="horz" lIns="91440" tIns="45720" rIns="91440" bIns="45720" rtlCol="0" anchor="t">
            <a:normAutofit/>
          </a:bodyPr>
          <a:lstStyle/>
          <a:p>
            <a:endParaRPr lang="de-DE" sz="2400" dirty="0">
              <a:solidFill>
                <a:srgbClr val="003399"/>
              </a:solidFill>
              <a:ea typeface="+mn-lt"/>
              <a:cs typeface="+mn-lt"/>
            </a:endParaRPr>
          </a:p>
          <a:p>
            <a:endParaRPr lang="de-DE" sz="2400" dirty="0">
              <a:solidFill>
                <a:srgbClr val="003399"/>
              </a:solidFill>
              <a:ea typeface="+mn-lt"/>
              <a:cs typeface="+mn-lt"/>
            </a:endParaRPr>
          </a:p>
          <a:p>
            <a:endParaRPr lang="de-DE" sz="2400" dirty="0">
              <a:solidFill>
                <a:srgbClr val="003399"/>
              </a:solidFill>
              <a:ea typeface="+mn-lt"/>
              <a:cs typeface="+mn-lt"/>
            </a:endParaRPr>
          </a:p>
          <a:p>
            <a:r>
              <a:rPr lang="de-DE" sz="2400" dirty="0">
                <a:solidFill>
                  <a:srgbClr val="003399"/>
                </a:solidFill>
                <a:ea typeface="+mn-lt"/>
                <a:cs typeface="+mn-lt"/>
              </a:rPr>
              <a:t>Click on </a:t>
            </a:r>
            <a:r>
              <a:rPr lang="de-DE" sz="2400" dirty="0" err="1">
                <a:solidFill>
                  <a:srgbClr val="003399"/>
                </a:solidFill>
                <a:ea typeface="+mn-lt"/>
                <a:cs typeface="+mn-lt"/>
              </a:rPr>
              <a:t>the</a:t>
            </a:r>
            <a:r>
              <a:rPr lang="de-DE" sz="2400" dirty="0">
                <a:solidFill>
                  <a:srgbClr val="003399"/>
                </a:solidFill>
                <a:ea typeface="+mn-lt"/>
                <a:cs typeface="+mn-lt"/>
              </a:rPr>
              <a:t> </a:t>
            </a:r>
            <a:r>
              <a:rPr lang="de-DE" sz="2400" b="1" dirty="0">
                <a:solidFill>
                  <a:srgbClr val="003399"/>
                </a:solidFill>
                <a:ea typeface="+mn-lt"/>
                <a:cs typeface="+mn-lt"/>
              </a:rPr>
              <a:t>Customer</a:t>
            </a:r>
            <a:r>
              <a:rPr lang="de-DE" sz="2400" dirty="0">
                <a:solidFill>
                  <a:srgbClr val="003399"/>
                </a:solidFill>
                <a:ea typeface="+mn-lt"/>
                <a:cs typeface="+mn-lt"/>
              </a:rPr>
              <a:t> Market Segment.</a:t>
            </a:r>
            <a:endParaRPr lang="de-DE" sz="2400" dirty="0">
              <a:solidFill>
                <a:srgbClr val="003399"/>
              </a:solidFill>
              <a:ea typeface="Open Sans"/>
              <a:cs typeface="Open Sans"/>
            </a:endParaRPr>
          </a:p>
          <a:p>
            <a:r>
              <a:rPr lang="de-DE" sz="2400" b="1" dirty="0">
                <a:solidFill>
                  <a:srgbClr val="003399"/>
                </a:solidFill>
                <a:ea typeface="+mn-lt"/>
                <a:cs typeface="+mn-lt"/>
              </a:rPr>
              <a:t>Parameter:</a:t>
            </a:r>
            <a:endParaRPr lang="de-DE" sz="2400" dirty="0">
              <a:solidFill>
                <a:srgbClr val="003399"/>
              </a:solidFill>
              <a:ea typeface="Open Sans"/>
              <a:cs typeface="Open Sans"/>
            </a:endParaRPr>
          </a:p>
          <a:p>
            <a:r>
              <a:rPr lang="de-DE" sz="2400" dirty="0">
                <a:solidFill>
                  <a:srgbClr val="003399"/>
                </a:solidFill>
                <a:ea typeface="+mn-lt"/>
                <a:cs typeface="+mn-lt"/>
              </a:rPr>
              <a:t>Under </a:t>
            </a:r>
            <a:r>
              <a:rPr lang="de-DE" sz="2400" b="1" dirty="0">
                <a:solidFill>
                  <a:srgbClr val="003399"/>
                </a:solidFill>
                <a:ea typeface="+mn-lt"/>
                <a:cs typeface="+mn-lt"/>
              </a:rPr>
              <a:t>Count</a:t>
            </a:r>
            <a:r>
              <a:rPr lang="de-DE" sz="2400" dirty="0">
                <a:solidFill>
                  <a:srgbClr val="003399"/>
                </a:solidFill>
                <a:ea typeface="+mn-lt"/>
                <a:cs typeface="+mn-lt"/>
              </a:rPr>
              <a:t>, </a:t>
            </a:r>
            <a:r>
              <a:rPr lang="de-DE" sz="2400" dirty="0" err="1">
                <a:solidFill>
                  <a:srgbClr val="003399"/>
                </a:solidFill>
                <a:ea typeface="+mn-lt"/>
                <a:cs typeface="+mn-lt"/>
              </a:rPr>
              <a:t>define</a:t>
            </a:r>
            <a:r>
              <a:rPr lang="de-DE" sz="2400" dirty="0">
                <a:solidFill>
                  <a:srgbClr val="003399"/>
                </a:solidFill>
                <a:ea typeface="+mn-lt"/>
                <a:cs typeface="+mn-lt"/>
              </a:rPr>
              <a:t> </a:t>
            </a:r>
            <a:r>
              <a:rPr lang="de-DE" sz="2400" dirty="0" err="1">
                <a:solidFill>
                  <a:srgbClr val="003399"/>
                </a:solidFill>
                <a:ea typeface="+mn-lt"/>
                <a:cs typeface="+mn-lt"/>
              </a:rPr>
              <a:t>the</a:t>
            </a:r>
            <a:r>
              <a:rPr lang="de-DE" sz="2400" dirty="0">
                <a:solidFill>
                  <a:srgbClr val="003399"/>
                </a:solidFill>
                <a:ea typeface="+mn-lt"/>
                <a:cs typeface="+mn-lt"/>
              </a:rPr>
              <a:t> </a:t>
            </a:r>
            <a:r>
              <a:rPr lang="de-DE" sz="2400" dirty="0" err="1">
                <a:solidFill>
                  <a:srgbClr val="003399"/>
                </a:solidFill>
                <a:ea typeface="+mn-lt"/>
                <a:cs typeface="+mn-lt"/>
              </a:rPr>
              <a:t>number</a:t>
            </a:r>
            <a:r>
              <a:rPr lang="de-DE" sz="2400" dirty="0">
                <a:solidFill>
                  <a:srgbClr val="003399"/>
                </a:solidFill>
                <a:ea typeface="+mn-lt"/>
                <a:cs typeface="+mn-lt"/>
              </a:rPr>
              <a:t> </a:t>
            </a:r>
            <a:r>
              <a:rPr lang="de-DE" sz="2400" dirty="0" err="1">
                <a:solidFill>
                  <a:srgbClr val="003399"/>
                </a:solidFill>
                <a:ea typeface="+mn-lt"/>
                <a:cs typeface="+mn-lt"/>
              </a:rPr>
              <a:t>of</a:t>
            </a:r>
            <a:r>
              <a:rPr lang="de-DE" sz="2400" dirty="0">
                <a:solidFill>
                  <a:srgbClr val="003399"/>
                </a:solidFill>
                <a:ea typeface="+mn-lt"/>
                <a:cs typeface="+mn-lt"/>
              </a:rPr>
              <a:t> </a:t>
            </a:r>
            <a:r>
              <a:rPr lang="de-DE" sz="2400" dirty="0" err="1">
                <a:solidFill>
                  <a:srgbClr val="003399"/>
                </a:solidFill>
                <a:ea typeface="+mn-lt"/>
                <a:cs typeface="+mn-lt"/>
              </a:rPr>
              <a:t>customers</a:t>
            </a:r>
            <a:r>
              <a:rPr lang="de-DE" sz="2400" dirty="0">
                <a:solidFill>
                  <a:srgbClr val="003399"/>
                </a:solidFill>
                <a:ea typeface="+mn-lt"/>
                <a:cs typeface="+mn-lt"/>
              </a:rPr>
              <a:t> </a:t>
            </a:r>
            <a:r>
              <a:rPr lang="de-DE" sz="2400" dirty="0" err="1">
                <a:solidFill>
                  <a:srgbClr val="003399"/>
                </a:solidFill>
                <a:ea typeface="+mn-lt"/>
                <a:cs typeface="+mn-lt"/>
              </a:rPr>
              <a:t>or</a:t>
            </a:r>
            <a:r>
              <a:rPr lang="de-DE" sz="2400" dirty="0">
                <a:solidFill>
                  <a:srgbClr val="003399"/>
                </a:solidFill>
                <a:ea typeface="+mn-lt"/>
                <a:cs typeface="+mn-lt"/>
              </a:rPr>
              <a:t> </a:t>
            </a:r>
            <a:r>
              <a:rPr lang="de-DE" sz="2400" dirty="0" err="1">
                <a:solidFill>
                  <a:srgbClr val="003399"/>
                </a:solidFill>
                <a:ea typeface="+mn-lt"/>
                <a:cs typeface="+mn-lt"/>
              </a:rPr>
              <a:t>the</a:t>
            </a:r>
            <a:r>
              <a:rPr lang="de-DE" sz="2400" dirty="0">
                <a:solidFill>
                  <a:srgbClr val="003399"/>
                </a:solidFill>
                <a:ea typeface="+mn-lt"/>
                <a:cs typeface="+mn-lt"/>
              </a:rPr>
              <a:t> </a:t>
            </a:r>
            <a:r>
              <a:rPr lang="de-DE" sz="2400" dirty="0" err="1">
                <a:solidFill>
                  <a:srgbClr val="003399"/>
                </a:solidFill>
                <a:ea typeface="+mn-lt"/>
                <a:cs typeface="+mn-lt"/>
              </a:rPr>
              <a:t>market</a:t>
            </a:r>
            <a:r>
              <a:rPr lang="de-DE" sz="2400" dirty="0">
                <a:solidFill>
                  <a:srgbClr val="003399"/>
                </a:solidFill>
                <a:ea typeface="+mn-lt"/>
                <a:cs typeface="+mn-lt"/>
              </a:rPr>
              <a:t> </a:t>
            </a:r>
            <a:r>
              <a:rPr lang="de-DE" sz="2400" dirty="0" err="1">
                <a:solidFill>
                  <a:srgbClr val="003399"/>
                </a:solidFill>
                <a:ea typeface="+mn-lt"/>
                <a:cs typeface="+mn-lt"/>
              </a:rPr>
              <a:t>volume</a:t>
            </a:r>
            <a:r>
              <a:rPr lang="de-DE" sz="2400" dirty="0">
                <a:solidFill>
                  <a:srgbClr val="003399"/>
                </a:solidFill>
                <a:ea typeface="+mn-lt"/>
                <a:cs typeface="+mn-lt"/>
              </a:rPr>
              <a:t> per </a:t>
            </a:r>
            <a:r>
              <a:rPr lang="de-DE" sz="2400" dirty="0" err="1">
                <a:solidFill>
                  <a:srgbClr val="003399"/>
                </a:solidFill>
                <a:ea typeface="+mn-lt"/>
                <a:cs typeface="+mn-lt"/>
              </a:rPr>
              <a:t>period</a:t>
            </a:r>
            <a:r>
              <a:rPr lang="de-DE" sz="2400" dirty="0">
                <a:solidFill>
                  <a:srgbClr val="003399"/>
                </a:solidFill>
                <a:ea typeface="+mn-lt"/>
                <a:cs typeface="+mn-lt"/>
              </a:rPr>
              <a:t>.</a:t>
            </a:r>
            <a:endParaRPr lang="de-DE" sz="2400" dirty="0">
              <a:solidFill>
                <a:srgbClr val="003399"/>
              </a:solidFill>
              <a:ea typeface="Open Sans"/>
              <a:cs typeface="Open Sans"/>
            </a:endParaRPr>
          </a:p>
          <a:p>
            <a:r>
              <a:rPr lang="de-DE" sz="2400" b="1" dirty="0" err="1">
                <a:solidFill>
                  <a:srgbClr val="003399"/>
                </a:solidFill>
                <a:ea typeface="+mn-lt"/>
                <a:cs typeface="+mn-lt"/>
              </a:rPr>
              <a:t>Example</a:t>
            </a:r>
            <a:r>
              <a:rPr lang="de-DE" sz="2400" b="1" dirty="0">
                <a:solidFill>
                  <a:srgbClr val="003399"/>
                </a:solidFill>
                <a:ea typeface="+mn-lt"/>
                <a:cs typeface="+mn-lt"/>
              </a:rPr>
              <a:t>:</a:t>
            </a:r>
            <a:r>
              <a:rPr lang="de-DE" sz="2400" dirty="0">
                <a:solidFill>
                  <a:srgbClr val="003399"/>
                </a:solidFill>
                <a:ea typeface="+mn-lt"/>
                <a:cs typeface="+mn-lt"/>
              </a:rPr>
              <a:t> 1000 </a:t>
            </a:r>
            <a:r>
              <a:rPr lang="de-DE" sz="2400" dirty="0" err="1">
                <a:solidFill>
                  <a:srgbClr val="003399"/>
                </a:solidFill>
                <a:ea typeface="+mn-lt"/>
                <a:cs typeface="+mn-lt"/>
              </a:rPr>
              <a:t>cars</a:t>
            </a:r>
            <a:r>
              <a:rPr lang="de-DE" sz="2400" dirty="0">
                <a:solidFill>
                  <a:srgbClr val="003399"/>
                </a:solidFill>
                <a:ea typeface="+mn-lt"/>
                <a:cs typeface="+mn-lt"/>
              </a:rPr>
              <a:t> per </a:t>
            </a:r>
            <a:r>
              <a:rPr lang="de-DE" sz="2400" dirty="0" err="1">
                <a:solidFill>
                  <a:srgbClr val="003399"/>
                </a:solidFill>
                <a:ea typeface="+mn-lt"/>
                <a:cs typeface="+mn-lt"/>
              </a:rPr>
              <a:t>period</a:t>
            </a:r>
            <a:r>
              <a:rPr lang="de-DE" sz="2400" dirty="0">
                <a:solidFill>
                  <a:srgbClr val="003399"/>
                </a:solidFill>
                <a:ea typeface="+mn-lt"/>
                <a:cs typeface="+mn-lt"/>
              </a:rPr>
              <a:t>.</a:t>
            </a:r>
            <a:endParaRPr lang="de-DE" sz="2400" dirty="0">
              <a:solidFill>
                <a:srgbClr val="003399"/>
              </a:solidFill>
              <a:ea typeface="Open Sans"/>
              <a:cs typeface="Open Sans"/>
            </a:endParaRPr>
          </a:p>
          <a:p>
            <a:endParaRPr lang="de-DE" sz="2400" dirty="0">
              <a:solidFill>
                <a:srgbClr val="003399"/>
              </a:solidFill>
              <a:ea typeface="Open Sans"/>
              <a:cs typeface="Open Sans"/>
            </a:endParaRPr>
          </a:p>
        </p:txBody>
      </p:sp>
      <p:pic>
        <p:nvPicPr>
          <p:cNvPr id="7" name="Grafik 6" descr="Ein Bild, das Text, Screenshot, Software, Zahl enthält.&#10;&#10;Beschreibung automatisch generiert.">
            <a:extLst>
              <a:ext uri="{FF2B5EF4-FFF2-40B4-BE49-F238E27FC236}">
                <a16:creationId xmlns:a16="http://schemas.microsoft.com/office/drawing/2014/main" id="{71286733-8389-D372-5410-124C7CCE2050}"/>
              </a:ext>
            </a:extLst>
          </p:cNvPr>
          <p:cNvPicPr>
            <a:picLocks noChangeAspect="1"/>
          </p:cNvPicPr>
          <p:nvPr/>
        </p:nvPicPr>
        <p:blipFill>
          <a:blip r:embed="rId2"/>
          <a:stretch>
            <a:fillRect/>
          </a:stretch>
        </p:blipFill>
        <p:spPr>
          <a:xfrm>
            <a:off x="8745314" y="1720355"/>
            <a:ext cx="9284600" cy="7608702"/>
          </a:xfrm>
          <a:prstGeom prst="rect">
            <a:avLst/>
          </a:prstGeom>
        </p:spPr>
      </p:pic>
      <p:sp>
        <p:nvSpPr>
          <p:cNvPr id="6" name="Rechteck 5">
            <a:extLst>
              <a:ext uri="{FF2B5EF4-FFF2-40B4-BE49-F238E27FC236}">
                <a16:creationId xmlns:a16="http://schemas.microsoft.com/office/drawing/2014/main" id="{60705277-95A7-9FCF-B22A-81921D41538F}"/>
              </a:ext>
            </a:extLst>
          </p:cNvPr>
          <p:cNvSpPr/>
          <p:nvPr/>
        </p:nvSpPr>
        <p:spPr>
          <a:xfrm>
            <a:off x="8871889" y="3048004"/>
            <a:ext cx="740229" cy="35921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64214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ED4F63-A4F9-15D8-A38F-30C3880AD452}"/>
              </a:ext>
            </a:extLst>
          </p:cNvPr>
          <p:cNvSpPr>
            <a:spLocks noGrp="1"/>
          </p:cNvSpPr>
          <p:nvPr>
            <p:ph type="title"/>
          </p:nvPr>
        </p:nvSpPr>
        <p:spPr/>
        <p:txBody>
          <a:bodyPr lIns="91440" tIns="45720" rIns="91440" bIns="45720" anchor="t"/>
          <a:lstStyle/>
          <a:p>
            <a:r>
              <a:rPr lang="de-DE" dirty="0" err="1">
                <a:ea typeface="+mj-lt"/>
                <a:cs typeface="+mj-lt"/>
              </a:rPr>
              <a:t>Adding</a:t>
            </a:r>
            <a:r>
              <a:rPr lang="de-DE" dirty="0">
                <a:ea typeface="+mj-lt"/>
                <a:cs typeface="+mj-lt"/>
              </a:rPr>
              <a:t> Start and </a:t>
            </a:r>
            <a:r>
              <a:rPr lang="de-DE" dirty="0" err="1">
                <a:ea typeface="+mj-lt"/>
                <a:cs typeface="+mj-lt"/>
              </a:rPr>
              <a:t>Stop</a:t>
            </a:r>
            <a:r>
              <a:rPr lang="de-DE" dirty="0">
                <a:ea typeface="+mj-lt"/>
                <a:cs typeface="+mj-lt"/>
              </a:rPr>
              <a:t> Stimuli and </a:t>
            </a:r>
            <a:r>
              <a:rPr lang="de-DE" dirty="0" err="1">
                <a:ea typeface="+mj-lt"/>
                <a:cs typeface="+mj-lt"/>
              </a:rPr>
              <a:t>configuring</a:t>
            </a:r>
            <a:r>
              <a:rPr lang="de-DE" dirty="0">
                <a:ea typeface="+mj-lt"/>
                <a:cs typeface="+mj-lt"/>
              </a:rPr>
              <a:t> </a:t>
            </a:r>
            <a:r>
              <a:rPr lang="de-DE" dirty="0" err="1">
                <a:ea typeface="+mj-lt"/>
                <a:cs typeface="+mj-lt"/>
              </a:rPr>
              <a:t>the</a:t>
            </a:r>
            <a:r>
              <a:rPr lang="de-DE" dirty="0">
                <a:ea typeface="+mj-lt"/>
                <a:cs typeface="+mj-lt"/>
              </a:rPr>
              <a:t> Start Stimulus</a:t>
            </a:r>
            <a:endParaRPr lang="de-DE" dirty="0"/>
          </a:p>
        </p:txBody>
      </p:sp>
      <p:pic>
        <p:nvPicPr>
          <p:cNvPr id="4" name="Grafik 3" descr="Ein Bild, das Text, Screenshot, Diagramm, Design enthält.&#10;&#10;Beschreibung automatisch generiert.">
            <a:extLst>
              <a:ext uri="{FF2B5EF4-FFF2-40B4-BE49-F238E27FC236}">
                <a16:creationId xmlns:a16="http://schemas.microsoft.com/office/drawing/2014/main" id="{A6F1F0CA-29E1-0779-9701-380ACC3273AF}"/>
              </a:ext>
            </a:extLst>
          </p:cNvPr>
          <p:cNvPicPr>
            <a:picLocks noChangeAspect="1"/>
          </p:cNvPicPr>
          <p:nvPr/>
        </p:nvPicPr>
        <p:blipFill>
          <a:blip r:embed="rId2"/>
          <a:stretch>
            <a:fillRect/>
          </a:stretch>
        </p:blipFill>
        <p:spPr>
          <a:xfrm>
            <a:off x="7969508" y="1110434"/>
            <a:ext cx="9884466" cy="2829792"/>
          </a:xfrm>
          <a:prstGeom prst="rect">
            <a:avLst/>
          </a:prstGeom>
        </p:spPr>
      </p:pic>
      <p:pic>
        <p:nvPicPr>
          <p:cNvPr id="5" name="Grafik 4" descr="Ein Bild, das Text, Screenshot, Display, Software enthält.&#10;&#10;Beschreibung automatisch generiert.">
            <a:extLst>
              <a:ext uri="{FF2B5EF4-FFF2-40B4-BE49-F238E27FC236}">
                <a16:creationId xmlns:a16="http://schemas.microsoft.com/office/drawing/2014/main" id="{27A19BEB-538A-DD08-9B61-52207C0D56EA}"/>
              </a:ext>
            </a:extLst>
          </p:cNvPr>
          <p:cNvPicPr>
            <a:picLocks noChangeAspect="1"/>
          </p:cNvPicPr>
          <p:nvPr/>
        </p:nvPicPr>
        <p:blipFill>
          <a:blip r:embed="rId3"/>
          <a:stretch>
            <a:fillRect/>
          </a:stretch>
        </p:blipFill>
        <p:spPr>
          <a:xfrm>
            <a:off x="10501401" y="3809540"/>
            <a:ext cx="5626891" cy="6329139"/>
          </a:xfrm>
          <a:prstGeom prst="rect">
            <a:avLst/>
          </a:prstGeom>
        </p:spPr>
      </p:pic>
      <p:sp>
        <p:nvSpPr>
          <p:cNvPr id="7" name="Textfeld 6">
            <a:extLst>
              <a:ext uri="{FF2B5EF4-FFF2-40B4-BE49-F238E27FC236}">
                <a16:creationId xmlns:a16="http://schemas.microsoft.com/office/drawing/2014/main" id="{83305C53-730D-A716-C34F-399CED68706C}"/>
              </a:ext>
            </a:extLst>
          </p:cNvPr>
          <p:cNvSpPr txBox="1"/>
          <p:nvPr/>
        </p:nvSpPr>
        <p:spPr>
          <a:xfrm>
            <a:off x="2517612" y="1885199"/>
            <a:ext cx="5190249"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dirty="0">
                <a:solidFill>
                  <a:srgbClr val="003399"/>
                </a:solidFill>
              </a:rPr>
              <a:t>Place </a:t>
            </a:r>
            <a:r>
              <a:rPr lang="en-US" sz="2400" b="1" dirty="0">
                <a:solidFill>
                  <a:srgbClr val="003399"/>
                </a:solidFill>
              </a:rPr>
              <a:t>Start</a:t>
            </a:r>
            <a:r>
              <a:rPr lang="en-US" sz="2400" dirty="0">
                <a:solidFill>
                  <a:srgbClr val="003399"/>
                </a:solidFill>
              </a:rPr>
              <a:t> and </a:t>
            </a:r>
            <a:r>
              <a:rPr lang="en-US" sz="2400" b="1" dirty="0">
                <a:solidFill>
                  <a:srgbClr val="003399"/>
                </a:solidFill>
              </a:rPr>
              <a:t>Stop Stimuli</a:t>
            </a:r>
            <a:r>
              <a:rPr lang="en-US" sz="2400" dirty="0">
                <a:solidFill>
                  <a:srgbClr val="003399"/>
                </a:solidFill>
              </a:rPr>
              <a:t> on the canvas.</a:t>
            </a:r>
            <a:endParaRPr lang="de-DE" sz="2400" dirty="0">
              <a:solidFill>
                <a:srgbClr val="003399"/>
              </a:solidFill>
              <a:ea typeface="Open Sans"/>
              <a:cs typeface="Open Sans"/>
            </a:endParaRPr>
          </a:p>
          <a:p>
            <a:pPr marL="285750" indent="-285750">
              <a:buFont typeface="Arial"/>
              <a:buChar char="•"/>
            </a:pPr>
            <a:r>
              <a:rPr lang="en-US" sz="2400" b="1" dirty="0">
                <a:solidFill>
                  <a:srgbClr val="003399"/>
                </a:solidFill>
              </a:rPr>
              <a:t>Connection:</a:t>
            </a:r>
            <a:r>
              <a:rPr lang="en-US" sz="2400" dirty="0">
                <a:solidFill>
                  <a:srgbClr val="003399"/>
                </a:solidFill>
              </a:rPr>
              <a:t> Link the stimuli using </a:t>
            </a:r>
            <a:r>
              <a:rPr lang="en-US" sz="2400" b="1" dirty="0">
                <a:solidFill>
                  <a:srgbClr val="003399"/>
                </a:solidFill>
              </a:rPr>
              <a:t>Connection Elements</a:t>
            </a:r>
            <a:r>
              <a:rPr lang="en-US" sz="2400" dirty="0">
                <a:solidFill>
                  <a:srgbClr val="003399"/>
                </a:solidFill>
              </a:rPr>
              <a:t> (Dependency Paths).</a:t>
            </a:r>
            <a:endParaRPr lang="en-US" sz="2400" dirty="0">
              <a:solidFill>
                <a:srgbClr val="003399"/>
              </a:solidFill>
              <a:ea typeface="Open Sans"/>
              <a:cs typeface="Open Sans"/>
            </a:endParaRPr>
          </a:p>
          <a:p>
            <a:pPr marL="285750" indent="-285750">
              <a:buFont typeface="Arial"/>
              <a:buChar char="•"/>
            </a:pPr>
            <a:r>
              <a:rPr lang="en-US" sz="2400" dirty="0">
                <a:solidFill>
                  <a:srgbClr val="003399"/>
                </a:solidFill>
                <a:ea typeface="+mn-lt"/>
                <a:cs typeface="+mn-lt"/>
              </a:rPr>
              <a:t>Double-click the </a:t>
            </a:r>
            <a:r>
              <a:rPr lang="en-US" sz="2400" b="1" dirty="0">
                <a:solidFill>
                  <a:srgbClr val="003399"/>
                </a:solidFill>
                <a:ea typeface="+mn-lt"/>
                <a:cs typeface="+mn-lt"/>
              </a:rPr>
              <a:t>Start Stimulus</a:t>
            </a:r>
            <a:r>
              <a:rPr lang="en-US" sz="2400" dirty="0">
                <a:solidFill>
                  <a:srgbClr val="003399"/>
                </a:solidFill>
                <a:ea typeface="+mn-lt"/>
                <a:cs typeface="+mn-lt"/>
              </a:rPr>
              <a:t> to set the </a:t>
            </a:r>
            <a:r>
              <a:rPr lang="en-US" sz="2400" b="1" dirty="0">
                <a:solidFill>
                  <a:srgbClr val="003399"/>
                </a:solidFill>
                <a:ea typeface="+mn-lt"/>
                <a:cs typeface="+mn-lt"/>
              </a:rPr>
              <a:t>Occurrences count</a:t>
            </a:r>
            <a:r>
              <a:rPr lang="en-US" sz="2400" dirty="0">
                <a:solidFill>
                  <a:srgbClr val="003399"/>
                </a:solidFill>
                <a:ea typeface="+mn-lt"/>
                <a:cs typeface="+mn-lt"/>
              </a:rPr>
              <a:t>.</a:t>
            </a:r>
          </a:p>
          <a:p>
            <a:pPr marL="285750" indent="-285750">
              <a:buFont typeface="Arial"/>
              <a:buChar char="•"/>
            </a:pPr>
            <a:r>
              <a:rPr lang="en-US" sz="2400" dirty="0">
                <a:solidFill>
                  <a:srgbClr val="003399"/>
                </a:solidFill>
                <a:ea typeface="+mn-lt"/>
                <a:cs typeface="+mn-lt"/>
              </a:rPr>
              <a:t>Specifies the time span for the simulation, e.g., </a:t>
            </a:r>
            <a:r>
              <a:rPr lang="en-US" sz="2400" b="1" dirty="0">
                <a:solidFill>
                  <a:srgbClr val="003399"/>
                </a:solidFill>
                <a:ea typeface="+mn-lt"/>
                <a:cs typeface="+mn-lt"/>
              </a:rPr>
              <a:t>2 years</a:t>
            </a:r>
            <a:r>
              <a:rPr lang="en-US" sz="2400" dirty="0">
                <a:solidFill>
                  <a:srgbClr val="003399"/>
                </a:solidFill>
                <a:ea typeface="+mn-lt"/>
                <a:cs typeface="+mn-lt"/>
              </a:rPr>
              <a:t>.</a:t>
            </a:r>
          </a:p>
          <a:p>
            <a:pPr marL="285750" indent="-285750">
              <a:buFont typeface="Arial"/>
              <a:buChar char="•"/>
            </a:pPr>
            <a:r>
              <a:rPr lang="en-US" sz="2400" b="1" dirty="0">
                <a:solidFill>
                  <a:srgbClr val="003399"/>
                </a:solidFill>
                <a:ea typeface="+mn-lt"/>
                <a:cs typeface="+mn-lt"/>
              </a:rPr>
              <a:t>Note:</a:t>
            </a:r>
            <a:r>
              <a:rPr lang="en-US" sz="2400" dirty="0">
                <a:solidFill>
                  <a:srgbClr val="003399"/>
                </a:solidFill>
                <a:ea typeface="+mn-lt"/>
                <a:cs typeface="+mn-lt"/>
              </a:rPr>
              <a:t> The number is dimensionless and must be interpreted and contextualized by the user.</a:t>
            </a:r>
          </a:p>
          <a:p>
            <a:pPr marL="285750" indent="-285750">
              <a:buFont typeface="Arial"/>
              <a:buChar char="•"/>
            </a:pPr>
            <a:r>
              <a:rPr lang="en-US" sz="2400" dirty="0">
                <a:solidFill>
                  <a:srgbClr val="003399"/>
                </a:solidFill>
                <a:ea typeface="+mn-lt"/>
                <a:cs typeface="+mn-lt"/>
              </a:rPr>
              <a:t>Press </a:t>
            </a:r>
            <a:r>
              <a:rPr lang="en-US" sz="2400" b="1" dirty="0">
                <a:solidFill>
                  <a:srgbClr val="003399"/>
                </a:solidFill>
                <a:ea typeface="+mn-lt"/>
                <a:cs typeface="+mn-lt"/>
              </a:rPr>
              <a:t>Start Calc</a:t>
            </a:r>
            <a:r>
              <a:rPr lang="en-US" sz="2400" dirty="0">
                <a:solidFill>
                  <a:srgbClr val="003399"/>
                </a:solidFill>
                <a:ea typeface="+mn-lt"/>
                <a:cs typeface="+mn-lt"/>
              </a:rPr>
              <a:t> to execute the simulation.</a:t>
            </a:r>
          </a:p>
          <a:p>
            <a:pPr marL="285750" indent="-285750">
              <a:buFont typeface="Arial"/>
              <a:buChar char="•"/>
            </a:pPr>
            <a:endParaRPr lang="en-US" dirty="0">
              <a:ea typeface="+mn-lt"/>
              <a:cs typeface="+mn-lt"/>
            </a:endParaRPr>
          </a:p>
        </p:txBody>
      </p:sp>
      <p:sp>
        <p:nvSpPr>
          <p:cNvPr id="8" name="Rechteck 7">
            <a:extLst>
              <a:ext uri="{FF2B5EF4-FFF2-40B4-BE49-F238E27FC236}">
                <a16:creationId xmlns:a16="http://schemas.microsoft.com/office/drawing/2014/main" id="{CE8B01ED-BE95-FF0A-2277-1B6C40FB3CCD}"/>
              </a:ext>
            </a:extLst>
          </p:cNvPr>
          <p:cNvSpPr/>
          <p:nvPr/>
        </p:nvSpPr>
        <p:spPr>
          <a:xfrm>
            <a:off x="10653832" y="4498756"/>
            <a:ext cx="4802741" cy="64884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50544118-17AE-DF60-D065-A6180F7CD5F6}"/>
              </a:ext>
            </a:extLst>
          </p:cNvPr>
          <p:cNvSpPr/>
          <p:nvPr/>
        </p:nvSpPr>
        <p:spPr>
          <a:xfrm>
            <a:off x="12377443" y="2710115"/>
            <a:ext cx="881898" cy="68592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025277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AB1379-D5DD-9DF0-5479-F467D7103131}"/>
              </a:ext>
            </a:extLst>
          </p:cNvPr>
          <p:cNvSpPr>
            <a:spLocks noGrp="1"/>
          </p:cNvSpPr>
          <p:nvPr>
            <p:ph type="title"/>
          </p:nvPr>
        </p:nvSpPr>
        <p:spPr/>
        <p:txBody>
          <a:bodyPr lIns="91440" tIns="45720" rIns="91440" bIns="45720" anchor="t"/>
          <a:lstStyle/>
          <a:p>
            <a:r>
              <a:rPr lang="de-DE" dirty="0"/>
              <a:t>Simulation and </a:t>
            </a:r>
            <a:r>
              <a:rPr lang="de-DE" dirty="0" err="1">
                <a:ea typeface="+mj-lt"/>
                <a:cs typeface="+mj-lt"/>
              </a:rPr>
              <a:t>Analyzing</a:t>
            </a:r>
            <a:r>
              <a:rPr lang="de-DE" dirty="0">
                <a:ea typeface="+mj-lt"/>
                <a:cs typeface="+mj-lt"/>
              </a:rPr>
              <a:t> Simulation </a:t>
            </a:r>
            <a:r>
              <a:rPr lang="de-DE" dirty="0" err="1">
                <a:ea typeface="+mj-lt"/>
                <a:cs typeface="+mj-lt"/>
              </a:rPr>
              <a:t>Results</a:t>
            </a:r>
            <a:endParaRPr lang="de-DE" dirty="0" err="1"/>
          </a:p>
        </p:txBody>
      </p:sp>
      <p:sp>
        <p:nvSpPr>
          <p:cNvPr id="3" name="Textplatzhalter 2">
            <a:extLst>
              <a:ext uri="{FF2B5EF4-FFF2-40B4-BE49-F238E27FC236}">
                <a16:creationId xmlns:a16="http://schemas.microsoft.com/office/drawing/2014/main" id="{6BE52437-11B8-4501-F22C-A7CC37338690}"/>
              </a:ext>
            </a:extLst>
          </p:cNvPr>
          <p:cNvSpPr>
            <a:spLocks noGrp="1"/>
          </p:cNvSpPr>
          <p:nvPr>
            <p:ph type="body" sz="quarter" idx="10"/>
          </p:nvPr>
        </p:nvSpPr>
        <p:spPr>
          <a:xfrm>
            <a:off x="2514600" y="1287464"/>
            <a:ext cx="5174342" cy="8469360"/>
          </a:xfrm>
        </p:spPr>
        <p:txBody>
          <a:bodyPr vert="horz" lIns="91440" tIns="45720" rIns="91440" bIns="45720" rtlCol="0" anchor="t">
            <a:noAutofit/>
          </a:bodyPr>
          <a:lstStyle/>
          <a:p>
            <a:r>
              <a:rPr lang="de-DE" sz="1800" dirty="0">
                <a:solidFill>
                  <a:srgbClr val="003399"/>
                </a:solidFill>
                <a:ea typeface="+mn-lt"/>
                <a:cs typeface="+mn-lt"/>
              </a:rPr>
              <a:t>All </a:t>
            </a:r>
            <a:r>
              <a:rPr lang="de-DE" sz="1800" b="1" dirty="0">
                <a:solidFill>
                  <a:srgbClr val="003399"/>
                </a:solidFill>
                <a:ea typeface="+mn-lt"/>
                <a:cs typeface="+mn-lt"/>
              </a:rPr>
              <a:t>Value Interfaces</a:t>
            </a:r>
            <a:r>
              <a:rPr lang="de-DE" sz="1800" dirty="0">
                <a:solidFill>
                  <a:srgbClr val="003399"/>
                </a:solidFill>
                <a:ea typeface="+mn-lt"/>
                <a:cs typeface="+mn-lt"/>
              </a:rPr>
              <a:t>, </a:t>
            </a:r>
            <a:r>
              <a:rPr lang="de-DE" sz="1800" b="1" dirty="0">
                <a:solidFill>
                  <a:srgbClr val="003399"/>
                </a:solidFill>
                <a:ea typeface="+mn-lt"/>
                <a:cs typeface="+mn-lt"/>
              </a:rPr>
              <a:t>Value Exchanges</a:t>
            </a:r>
            <a:r>
              <a:rPr lang="de-DE" sz="1800" dirty="0">
                <a:solidFill>
                  <a:srgbClr val="003399"/>
                </a:solidFill>
                <a:ea typeface="+mn-lt"/>
                <a:cs typeface="+mn-lt"/>
              </a:rPr>
              <a:t>, and </a:t>
            </a:r>
            <a:r>
              <a:rPr lang="de-DE" sz="1800" b="1" dirty="0">
                <a:solidFill>
                  <a:srgbClr val="003399"/>
                </a:solidFill>
                <a:ea typeface="+mn-lt"/>
                <a:cs typeface="+mn-lt"/>
              </a:rPr>
              <a:t>Start/Stop Stimuli</a:t>
            </a:r>
            <a:r>
              <a:rPr lang="de-DE" sz="1800" dirty="0">
                <a:solidFill>
                  <a:srgbClr val="003399"/>
                </a:solidFill>
                <a:ea typeface="+mn-lt"/>
                <a:cs typeface="+mn-lt"/>
              </a:rPr>
              <a:t> </a:t>
            </a:r>
            <a:r>
              <a:rPr lang="de-DE" sz="1800" dirty="0" err="1">
                <a:solidFill>
                  <a:srgbClr val="003399"/>
                </a:solidFill>
                <a:ea typeface="+mn-lt"/>
                <a:cs typeface="+mn-lt"/>
              </a:rPr>
              <a:t>are</a:t>
            </a:r>
            <a:r>
              <a:rPr lang="de-DE" sz="1800" dirty="0">
                <a:solidFill>
                  <a:srgbClr val="003399"/>
                </a:solidFill>
                <a:ea typeface="+mn-lt"/>
                <a:cs typeface="+mn-lt"/>
              </a:rPr>
              <a:t> </a:t>
            </a:r>
            <a:r>
              <a:rPr lang="de-DE" sz="1800" dirty="0" err="1">
                <a:solidFill>
                  <a:srgbClr val="003399"/>
                </a:solidFill>
                <a:ea typeface="+mn-lt"/>
                <a:cs typeface="+mn-lt"/>
              </a:rPr>
              <a:t>highlighted</a:t>
            </a:r>
            <a:r>
              <a:rPr lang="de-DE" sz="1800" dirty="0">
                <a:solidFill>
                  <a:srgbClr val="003399"/>
                </a:solidFill>
                <a:ea typeface="+mn-lt"/>
                <a:cs typeface="+mn-lt"/>
              </a:rPr>
              <a:t> </a:t>
            </a:r>
            <a:r>
              <a:rPr lang="de-DE" sz="1800" dirty="0" err="1">
                <a:solidFill>
                  <a:srgbClr val="003399"/>
                </a:solidFill>
                <a:ea typeface="+mn-lt"/>
                <a:cs typeface="+mn-lt"/>
              </a:rPr>
              <a:t>during</a:t>
            </a:r>
            <a:r>
              <a:rPr lang="de-DE" sz="1800" dirty="0">
                <a:solidFill>
                  <a:srgbClr val="003399"/>
                </a:solidFill>
                <a:ea typeface="+mn-lt"/>
                <a:cs typeface="+mn-lt"/>
              </a:rPr>
              <a:t> the </a:t>
            </a:r>
            <a:r>
              <a:rPr lang="de-DE" sz="1800" dirty="0" err="1">
                <a:solidFill>
                  <a:srgbClr val="003399"/>
                </a:solidFill>
                <a:ea typeface="+mn-lt"/>
                <a:cs typeface="+mn-lt"/>
              </a:rPr>
              <a:t>simulation</a:t>
            </a:r>
            <a:r>
              <a:rPr lang="de-DE" sz="1800" dirty="0">
                <a:solidFill>
                  <a:srgbClr val="003399"/>
                </a:solidFill>
                <a:ea typeface="+mn-lt"/>
                <a:cs typeface="+mn-lt"/>
              </a:rPr>
              <a:t>.</a:t>
            </a:r>
            <a:endParaRPr lang="de-DE" sz="1800" dirty="0">
              <a:solidFill>
                <a:srgbClr val="003399"/>
              </a:solidFill>
              <a:ea typeface="Open Sans"/>
              <a:cs typeface="Open Sans"/>
            </a:endParaRPr>
          </a:p>
          <a:p>
            <a:r>
              <a:rPr lang="de-DE" sz="1800" b="1" dirty="0">
                <a:solidFill>
                  <a:srgbClr val="003399"/>
                </a:solidFill>
                <a:ea typeface="+mn-lt"/>
                <a:cs typeface="+mn-lt"/>
              </a:rPr>
              <a:t>Path </a:t>
            </a:r>
            <a:r>
              <a:rPr lang="de-DE" sz="1800" b="1" dirty="0" err="1">
                <a:solidFill>
                  <a:srgbClr val="003399"/>
                </a:solidFill>
                <a:ea typeface="+mn-lt"/>
                <a:cs typeface="+mn-lt"/>
              </a:rPr>
              <a:t>Completion</a:t>
            </a:r>
            <a:r>
              <a:rPr lang="de-DE" sz="1800" b="1" dirty="0">
                <a:solidFill>
                  <a:srgbClr val="003399"/>
                </a:solidFill>
                <a:ea typeface="+mn-lt"/>
                <a:cs typeface="+mn-lt"/>
              </a:rPr>
              <a:t>:</a:t>
            </a:r>
            <a:endParaRPr lang="de-DE" sz="1800" dirty="0">
              <a:solidFill>
                <a:srgbClr val="003399"/>
              </a:solidFill>
              <a:ea typeface="Open Sans"/>
              <a:cs typeface="Open Sans"/>
            </a:endParaRPr>
          </a:p>
          <a:p>
            <a:r>
              <a:rPr lang="de-DE" sz="1800" dirty="0">
                <a:solidFill>
                  <a:srgbClr val="003399"/>
                </a:solidFill>
                <a:ea typeface="+mn-lt"/>
                <a:cs typeface="+mn-lt"/>
              </a:rPr>
              <a:t>Each </a:t>
            </a:r>
            <a:r>
              <a:rPr lang="de-DE" sz="1800" b="1" dirty="0">
                <a:solidFill>
                  <a:srgbClr val="003399"/>
                </a:solidFill>
                <a:ea typeface="+mn-lt"/>
                <a:cs typeface="+mn-lt"/>
              </a:rPr>
              <a:t>Value Interface</a:t>
            </a:r>
            <a:r>
              <a:rPr lang="de-DE" sz="1800" dirty="0">
                <a:solidFill>
                  <a:srgbClr val="003399"/>
                </a:solidFill>
                <a:ea typeface="+mn-lt"/>
                <a:cs typeface="+mn-lt"/>
              </a:rPr>
              <a:t> (e.g., for the </a:t>
            </a:r>
            <a:r>
              <a:rPr lang="de-DE" sz="1800" b="1" dirty="0" err="1">
                <a:solidFill>
                  <a:srgbClr val="003399"/>
                </a:solidFill>
                <a:ea typeface="+mn-lt"/>
                <a:cs typeface="+mn-lt"/>
              </a:rPr>
              <a:t>Tire</a:t>
            </a:r>
            <a:r>
              <a:rPr lang="de-DE" sz="1800" b="1" dirty="0">
                <a:solidFill>
                  <a:srgbClr val="003399"/>
                </a:solidFill>
                <a:ea typeface="+mn-lt"/>
                <a:cs typeface="+mn-lt"/>
              </a:rPr>
              <a:t> Supplier</a:t>
            </a:r>
            <a:r>
              <a:rPr lang="de-DE" sz="1800" dirty="0">
                <a:solidFill>
                  <a:srgbClr val="003399"/>
                </a:solidFill>
                <a:ea typeface="+mn-lt"/>
                <a:cs typeface="+mn-lt"/>
              </a:rPr>
              <a:t> and </a:t>
            </a:r>
            <a:r>
              <a:rPr lang="de-DE" sz="1800" b="1" dirty="0">
                <a:solidFill>
                  <a:srgbClr val="003399"/>
                </a:solidFill>
                <a:ea typeface="+mn-lt"/>
                <a:cs typeface="+mn-lt"/>
              </a:rPr>
              <a:t>Customer</a:t>
            </a:r>
            <a:r>
              <a:rPr lang="de-DE" sz="1800" dirty="0">
                <a:solidFill>
                  <a:srgbClr val="003399"/>
                </a:solidFill>
                <a:ea typeface="+mn-lt"/>
                <a:cs typeface="+mn-lt"/>
              </a:rPr>
              <a:t>) </a:t>
            </a:r>
            <a:r>
              <a:rPr lang="de-DE" sz="1800" dirty="0" err="1">
                <a:solidFill>
                  <a:srgbClr val="003399"/>
                </a:solidFill>
                <a:ea typeface="+mn-lt"/>
                <a:cs typeface="+mn-lt"/>
              </a:rPr>
              <a:t>must</a:t>
            </a:r>
            <a:r>
              <a:rPr lang="de-DE" sz="1800" dirty="0">
                <a:solidFill>
                  <a:srgbClr val="003399"/>
                </a:solidFill>
                <a:ea typeface="+mn-lt"/>
                <a:cs typeface="+mn-lt"/>
              </a:rPr>
              <a:t> </a:t>
            </a:r>
            <a:r>
              <a:rPr lang="de-DE" sz="1800" dirty="0" err="1">
                <a:solidFill>
                  <a:srgbClr val="003399"/>
                </a:solidFill>
                <a:ea typeface="+mn-lt"/>
                <a:cs typeface="+mn-lt"/>
              </a:rPr>
              <a:t>be</a:t>
            </a:r>
            <a:r>
              <a:rPr lang="de-DE" sz="1800" dirty="0">
                <a:solidFill>
                  <a:srgbClr val="003399"/>
                </a:solidFill>
                <a:ea typeface="+mn-lt"/>
                <a:cs typeface="+mn-lt"/>
              </a:rPr>
              <a:t> </a:t>
            </a:r>
            <a:r>
              <a:rPr lang="de-DE" sz="1800" dirty="0" err="1">
                <a:solidFill>
                  <a:srgbClr val="003399"/>
                </a:solidFill>
                <a:ea typeface="+mn-lt"/>
                <a:cs typeface="+mn-lt"/>
              </a:rPr>
              <a:t>completed</a:t>
            </a:r>
            <a:r>
              <a:rPr lang="de-DE" sz="1800" dirty="0">
                <a:solidFill>
                  <a:srgbClr val="003399"/>
                </a:solidFill>
                <a:ea typeface="+mn-lt"/>
                <a:cs typeface="+mn-lt"/>
              </a:rPr>
              <a:t> </a:t>
            </a:r>
            <a:r>
              <a:rPr lang="de-DE" sz="1800" dirty="0" err="1">
                <a:solidFill>
                  <a:srgbClr val="003399"/>
                </a:solidFill>
                <a:ea typeface="+mn-lt"/>
                <a:cs typeface="+mn-lt"/>
              </a:rPr>
              <a:t>with</a:t>
            </a:r>
            <a:r>
              <a:rPr lang="de-DE" sz="1800" dirty="0">
                <a:solidFill>
                  <a:srgbClr val="003399"/>
                </a:solidFill>
                <a:ea typeface="+mn-lt"/>
                <a:cs typeface="+mn-lt"/>
              </a:rPr>
              <a:t> a </a:t>
            </a:r>
            <a:r>
              <a:rPr lang="de-DE" sz="1800" b="1" dirty="0">
                <a:solidFill>
                  <a:srgbClr val="003399"/>
                </a:solidFill>
                <a:ea typeface="+mn-lt"/>
                <a:cs typeface="+mn-lt"/>
              </a:rPr>
              <a:t>Stop Stimulus</a:t>
            </a:r>
            <a:r>
              <a:rPr lang="de-DE" sz="1800" dirty="0">
                <a:solidFill>
                  <a:srgbClr val="003399"/>
                </a:solidFill>
                <a:ea typeface="+mn-lt"/>
                <a:cs typeface="+mn-lt"/>
              </a:rPr>
              <a:t>.</a:t>
            </a:r>
            <a:endParaRPr lang="de-DE" sz="1800" dirty="0">
              <a:solidFill>
                <a:srgbClr val="003399"/>
              </a:solidFill>
              <a:ea typeface="Open Sans"/>
              <a:cs typeface="Open Sans"/>
            </a:endParaRPr>
          </a:p>
          <a:p>
            <a:r>
              <a:rPr lang="de-DE" sz="1800" dirty="0">
                <a:solidFill>
                  <a:srgbClr val="003399"/>
                </a:solidFill>
                <a:ea typeface="+mn-lt"/>
                <a:cs typeface="+mn-lt"/>
              </a:rPr>
              <a:t>This </a:t>
            </a:r>
            <a:r>
              <a:rPr lang="de-DE" sz="1800" dirty="0" err="1">
                <a:solidFill>
                  <a:srgbClr val="003399"/>
                </a:solidFill>
                <a:ea typeface="+mn-lt"/>
                <a:cs typeface="+mn-lt"/>
              </a:rPr>
              <a:t>ensures</a:t>
            </a:r>
            <a:r>
              <a:rPr lang="de-DE" sz="1800" dirty="0">
                <a:solidFill>
                  <a:srgbClr val="003399"/>
                </a:solidFill>
                <a:ea typeface="+mn-lt"/>
                <a:cs typeface="+mn-lt"/>
              </a:rPr>
              <a:t> </a:t>
            </a:r>
            <a:r>
              <a:rPr lang="de-DE" sz="1800" dirty="0" err="1">
                <a:solidFill>
                  <a:srgbClr val="003399"/>
                </a:solidFill>
                <a:ea typeface="+mn-lt"/>
                <a:cs typeface="+mn-lt"/>
              </a:rPr>
              <a:t>the</a:t>
            </a:r>
            <a:r>
              <a:rPr lang="de-DE" sz="1800" dirty="0">
                <a:solidFill>
                  <a:srgbClr val="003399"/>
                </a:solidFill>
                <a:ea typeface="+mn-lt"/>
                <a:cs typeface="+mn-lt"/>
              </a:rPr>
              <a:t> </a:t>
            </a:r>
            <a:r>
              <a:rPr lang="de-DE" sz="1800" dirty="0" err="1">
                <a:solidFill>
                  <a:srgbClr val="003399"/>
                </a:solidFill>
                <a:ea typeface="+mn-lt"/>
                <a:cs typeface="+mn-lt"/>
              </a:rPr>
              <a:t>algorithm</a:t>
            </a:r>
            <a:r>
              <a:rPr lang="de-DE" sz="1800" dirty="0">
                <a:solidFill>
                  <a:srgbClr val="003399"/>
                </a:solidFill>
                <a:ea typeface="+mn-lt"/>
                <a:cs typeface="+mn-lt"/>
              </a:rPr>
              <a:t> </a:t>
            </a:r>
            <a:r>
              <a:rPr lang="de-DE" sz="1800" dirty="0" err="1">
                <a:solidFill>
                  <a:srgbClr val="003399"/>
                </a:solidFill>
                <a:ea typeface="+mn-lt"/>
                <a:cs typeface="+mn-lt"/>
              </a:rPr>
              <a:t>recognizes</a:t>
            </a:r>
            <a:r>
              <a:rPr lang="de-DE" sz="1800" dirty="0">
                <a:solidFill>
                  <a:srgbClr val="003399"/>
                </a:solidFill>
                <a:ea typeface="+mn-lt"/>
                <a:cs typeface="+mn-lt"/>
              </a:rPr>
              <a:t> </a:t>
            </a:r>
            <a:r>
              <a:rPr lang="de-DE" sz="1800" dirty="0" err="1">
                <a:solidFill>
                  <a:srgbClr val="003399"/>
                </a:solidFill>
                <a:ea typeface="+mn-lt"/>
                <a:cs typeface="+mn-lt"/>
              </a:rPr>
              <a:t>the</a:t>
            </a:r>
            <a:r>
              <a:rPr lang="de-DE" sz="1800" dirty="0">
                <a:solidFill>
                  <a:srgbClr val="003399"/>
                </a:solidFill>
                <a:ea typeface="+mn-lt"/>
                <a:cs typeface="+mn-lt"/>
              </a:rPr>
              <a:t> end </a:t>
            </a:r>
            <a:r>
              <a:rPr lang="de-DE" sz="1800" dirty="0" err="1">
                <a:solidFill>
                  <a:srgbClr val="003399"/>
                </a:solidFill>
                <a:ea typeface="+mn-lt"/>
                <a:cs typeface="+mn-lt"/>
              </a:rPr>
              <a:t>of</a:t>
            </a:r>
            <a:r>
              <a:rPr lang="de-DE" sz="1800" dirty="0">
                <a:solidFill>
                  <a:srgbClr val="003399"/>
                </a:solidFill>
                <a:ea typeface="+mn-lt"/>
                <a:cs typeface="+mn-lt"/>
              </a:rPr>
              <a:t> a </a:t>
            </a:r>
            <a:r>
              <a:rPr lang="de-DE" sz="1800" dirty="0" err="1">
                <a:solidFill>
                  <a:srgbClr val="003399"/>
                </a:solidFill>
                <a:ea typeface="+mn-lt"/>
                <a:cs typeface="+mn-lt"/>
              </a:rPr>
              <a:t>path</a:t>
            </a:r>
            <a:r>
              <a:rPr lang="de-DE" sz="1800" dirty="0">
                <a:solidFill>
                  <a:srgbClr val="003399"/>
                </a:solidFill>
                <a:ea typeface="+mn-lt"/>
                <a:cs typeface="+mn-lt"/>
              </a:rPr>
              <a:t> and </a:t>
            </a:r>
            <a:r>
              <a:rPr lang="de-DE" sz="1800" dirty="0" err="1">
                <a:solidFill>
                  <a:srgbClr val="003399"/>
                </a:solidFill>
                <a:ea typeface="+mn-lt"/>
                <a:cs typeface="+mn-lt"/>
              </a:rPr>
              <a:t>can</a:t>
            </a:r>
            <a:r>
              <a:rPr lang="de-DE" sz="1800" dirty="0">
                <a:solidFill>
                  <a:srgbClr val="003399"/>
                </a:solidFill>
                <a:ea typeface="+mn-lt"/>
                <a:cs typeface="+mn-lt"/>
              </a:rPr>
              <a:t> </a:t>
            </a:r>
            <a:r>
              <a:rPr lang="de-DE" sz="1800" dirty="0" err="1">
                <a:solidFill>
                  <a:srgbClr val="003399"/>
                </a:solidFill>
                <a:ea typeface="+mn-lt"/>
                <a:cs typeface="+mn-lt"/>
              </a:rPr>
              <a:t>verify</a:t>
            </a:r>
            <a:r>
              <a:rPr lang="de-DE" sz="1800" dirty="0">
                <a:solidFill>
                  <a:srgbClr val="003399"/>
                </a:solidFill>
                <a:ea typeface="+mn-lt"/>
                <a:cs typeface="+mn-lt"/>
              </a:rPr>
              <a:t> </a:t>
            </a:r>
            <a:r>
              <a:rPr lang="de-DE" sz="1800" dirty="0" err="1">
                <a:solidFill>
                  <a:srgbClr val="003399"/>
                </a:solidFill>
                <a:ea typeface="+mn-lt"/>
                <a:cs typeface="+mn-lt"/>
              </a:rPr>
              <a:t>if</a:t>
            </a:r>
            <a:r>
              <a:rPr lang="de-DE" sz="1800" dirty="0">
                <a:solidFill>
                  <a:srgbClr val="003399"/>
                </a:solidFill>
                <a:ea typeface="+mn-lt"/>
                <a:cs typeface="+mn-lt"/>
              </a:rPr>
              <a:t> additional </a:t>
            </a:r>
            <a:r>
              <a:rPr lang="de-DE" sz="1800" dirty="0" err="1">
                <a:solidFill>
                  <a:srgbClr val="003399"/>
                </a:solidFill>
                <a:ea typeface="+mn-lt"/>
                <a:cs typeface="+mn-lt"/>
              </a:rPr>
              <a:t>paths</a:t>
            </a:r>
            <a:r>
              <a:rPr lang="de-DE" sz="1800" dirty="0">
                <a:solidFill>
                  <a:srgbClr val="003399"/>
                </a:solidFill>
                <a:ea typeface="+mn-lt"/>
                <a:cs typeface="+mn-lt"/>
              </a:rPr>
              <a:t> </a:t>
            </a:r>
            <a:r>
              <a:rPr lang="de-DE" sz="1800" dirty="0" err="1">
                <a:solidFill>
                  <a:srgbClr val="003399"/>
                </a:solidFill>
                <a:ea typeface="+mn-lt"/>
                <a:cs typeface="+mn-lt"/>
              </a:rPr>
              <a:t>are</a:t>
            </a:r>
            <a:r>
              <a:rPr lang="de-DE" sz="1800" dirty="0">
                <a:solidFill>
                  <a:srgbClr val="003399"/>
                </a:solidFill>
                <a:ea typeface="+mn-lt"/>
                <a:cs typeface="+mn-lt"/>
              </a:rPr>
              <a:t> </a:t>
            </a:r>
            <a:r>
              <a:rPr lang="de-DE" sz="1800" dirty="0" err="1">
                <a:solidFill>
                  <a:srgbClr val="003399"/>
                </a:solidFill>
                <a:ea typeface="+mn-lt"/>
                <a:cs typeface="+mn-lt"/>
              </a:rPr>
              <a:t>available</a:t>
            </a:r>
            <a:r>
              <a:rPr lang="de-DE" sz="1800" dirty="0">
                <a:solidFill>
                  <a:srgbClr val="003399"/>
                </a:solidFill>
                <a:ea typeface="+mn-lt"/>
                <a:cs typeface="+mn-lt"/>
              </a:rPr>
              <a:t> </a:t>
            </a:r>
            <a:r>
              <a:rPr lang="de-DE" sz="1800" dirty="0" err="1">
                <a:solidFill>
                  <a:srgbClr val="003399"/>
                </a:solidFill>
                <a:ea typeface="+mn-lt"/>
                <a:cs typeface="+mn-lt"/>
              </a:rPr>
              <a:t>for</a:t>
            </a:r>
            <a:r>
              <a:rPr lang="de-DE" sz="1800" dirty="0">
                <a:solidFill>
                  <a:srgbClr val="003399"/>
                </a:solidFill>
                <a:ea typeface="+mn-lt"/>
                <a:cs typeface="+mn-lt"/>
              </a:rPr>
              <a:t> </a:t>
            </a:r>
            <a:r>
              <a:rPr lang="de-DE" sz="1800" dirty="0" err="1">
                <a:solidFill>
                  <a:srgbClr val="003399"/>
                </a:solidFill>
                <a:ea typeface="+mn-lt"/>
                <a:cs typeface="+mn-lt"/>
              </a:rPr>
              <a:t>simulation</a:t>
            </a:r>
            <a:r>
              <a:rPr lang="de-DE" sz="1800" dirty="0">
                <a:solidFill>
                  <a:srgbClr val="003399"/>
                </a:solidFill>
                <a:ea typeface="+mn-lt"/>
                <a:cs typeface="+mn-lt"/>
              </a:rPr>
              <a:t>.</a:t>
            </a:r>
            <a:endParaRPr lang="de-DE" sz="1800" dirty="0">
              <a:solidFill>
                <a:srgbClr val="003399"/>
              </a:solidFill>
              <a:ea typeface="Open Sans"/>
              <a:cs typeface="Open Sans"/>
            </a:endParaRPr>
          </a:p>
          <a:p>
            <a:pPr>
              <a:lnSpc>
                <a:spcPct val="100000"/>
              </a:lnSpc>
              <a:spcBef>
                <a:spcPts val="0"/>
              </a:spcBef>
            </a:pPr>
            <a:endParaRPr lang="en-US" sz="1800" dirty="0">
              <a:solidFill>
                <a:srgbClr val="003399"/>
              </a:solidFill>
              <a:ea typeface="+mn-lt"/>
              <a:cs typeface="+mn-lt"/>
            </a:endParaRPr>
          </a:p>
          <a:p>
            <a:pPr marL="0" indent="0">
              <a:lnSpc>
                <a:spcPct val="100000"/>
              </a:lnSpc>
              <a:spcBef>
                <a:spcPts val="0"/>
              </a:spcBef>
              <a:buNone/>
            </a:pPr>
            <a:r>
              <a:rPr lang="en-US" sz="1800" dirty="0">
                <a:solidFill>
                  <a:srgbClr val="003399"/>
                </a:solidFill>
                <a:ea typeface="+mn-lt"/>
                <a:cs typeface="+mn-lt"/>
              </a:rPr>
              <a:t>By double-clicking on the </a:t>
            </a:r>
            <a:r>
              <a:rPr lang="en-US" sz="1800" b="1" dirty="0">
                <a:solidFill>
                  <a:srgbClr val="003399"/>
                </a:solidFill>
                <a:ea typeface="+mn-lt"/>
                <a:cs typeface="+mn-lt"/>
              </a:rPr>
              <a:t>Value Interfaces</a:t>
            </a:r>
            <a:r>
              <a:rPr lang="en-US" sz="1800" dirty="0">
                <a:solidFill>
                  <a:srgbClr val="003399"/>
                </a:solidFill>
                <a:ea typeface="+mn-lt"/>
                <a:cs typeface="+mn-lt"/>
              </a:rPr>
              <a:t>, individual transactions can be viewed under the </a:t>
            </a:r>
            <a:r>
              <a:rPr lang="en-US" sz="1800" b="1" dirty="0">
                <a:solidFill>
                  <a:srgbClr val="003399"/>
                </a:solidFill>
                <a:ea typeface="+mn-lt"/>
                <a:cs typeface="+mn-lt"/>
              </a:rPr>
              <a:t>Values</a:t>
            </a:r>
            <a:r>
              <a:rPr lang="en-US" sz="1800" dirty="0">
                <a:solidFill>
                  <a:srgbClr val="003399"/>
                </a:solidFill>
                <a:ea typeface="+mn-lt"/>
                <a:cs typeface="+mn-lt"/>
              </a:rPr>
              <a:t> tab.</a:t>
            </a:r>
            <a:endParaRPr lang="en-US" dirty="0">
              <a:ea typeface="Open Sans"/>
              <a:cs typeface="Open Sans"/>
            </a:endParaRPr>
          </a:p>
          <a:p>
            <a:pPr lvl="1">
              <a:lnSpc>
                <a:spcPct val="100000"/>
              </a:lnSpc>
              <a:spcBef>
                <a:spcPts val="0"/>
              </a:spcBef>
              <a:buFont typeface="Courier New" panose="020B0604020202020204" pitchFamily="34" charset="0"/>
              <a:buChar char="o"/>
            </a:pPr>
            <a:r>
              <a:rPr lang="en-US" sz="1200" dirty="0">
                <a:solidFill>
                  <a:srgbClr val="003399"/>
                </a:solidFill>
                <a:ea typeface="+mn-lt"/>
                <a:cs typeface="+mn-lt"/>
              </a:rPr>
              <a:t>Example: What represents costs for one actor translates to revenue and potential profit for another.</a:t>
            </a:r>
            <a:endParaRPr lang="en-US" sz="1800" dirty="0">
              <a:solidFill>
                <a:srgbClr val="003399"/>
              </a:solidFill>
              <a:ea typeface="+mn-lt"/>
              <a:cs typeface="+mn-lt"/>
            </a:endParaRPr>
          </a:p>
          <a:p>
            <a:pPr marL="0" indent="0">
              <a:lnSpc>
                <a:spcPct val="100000"/>
              </a:lnSpc>
              <a:spcBef>
                <a:spcPts val="0"/>
              </a:spcBef>
              <a:buNone/>
            </a:pPr>
            <a:r>
              <a:rPr lang="en-US" sz="2400" b="1" dirty="0">
                <a:solidFill>
                  <a:srgbClr val="003399"/>
                </a:solidFill>
                <a:ea typeface="+mn-lt"/>
                <a:cs typeface="+mn-lt"/>
              </a:rPr>
              <a:t>Actor-Level Analysis:</a:t>
            </a:r>
            <a:endParaRPr lang="en-US" sz="2400" dirty="0">
              <a:solidFill>
                <a:srgbClr val="003399"/>
              </a:solidFill>
              <a:ea typeface="Open Sans"/>
              <a:cs typeface="Open Sans"/>
            </a:endParaRPr>
          </a:p>
          <a:p>
            <a:r>
              <a:rPr lang="en-US" sz="1800" dirty="0">
                <a:solidFill>
                  <a:srgbClr val="003399"/>
                </a:solidFill>
                <a:ea typeface="+mn-lt"/>
                <a:cs typeface="+mn-lt"/>
              </a:rPr>
              <a:t>Key metrics such as </a:t>
            </a:r>
            <a:r>
              <a:rPr lang="en-US" sz="1800" b="1" dirty="0">
                <a:solidFill>
                  <a:srgbClr val="003399"/>
                </a:solidFill>
                <a:ea typeface="+mn-lt"/>
                <a:cs typeface="+mn-lt"/>
              </a:rPr>
              <a:t>Profit</a:t>
            </a:r>
            <a:r>
              <a:rPr lang="en-US" sz="1800" dirty="0">
                <a:solidFill>
                  <a:srgbClr val="003399"/>
                </a:solidFill>
                <a:ea typeface="+mn-lt"/>
                <a:cs typeface="+mn-lt"/>
              </a:rPr>
              <a:t>, </a:t>
            </a:r>
            <a:r>
              <a:rPr lang="en-US" sz="1800" b="1" dirty="0">
                <a:solidFill>
                  <a:srgbClr val="003399"/>
                </a:solidFill>
                <a:ea typeface="+mn-lt"/>
                <a:cs typeface="+mn-lt"/>
              </a:rPr>
              <a:t>Revenue</a:t>
            </a:r>
            <a:r>
              <a:rPr lang="en-US" sz="1800" dirty="0">
                <a:solidFill>
                  <a:srgbClr val="003399"/>
                </a:solidFill>
                <a:ea typeface="+mn-lt"/>
                <a:cs typeface="+mn-lt"/>
              </a:rPr>
              <a:t>, and </a:t>
            </a:r>
            <a:r>
              <a:rPr lang="en-US" sz="1800" b="1" dirty="0">
                <a:solidFill>
                  <a:srgbClr val="003399"/>
                </a:solidFill>
                <a:ea typeface="+mn-lt"/>
                <a:cs typeface="+mn-lt"/>
              </a:rPr>
              <a:t>Cost</a:t>
            </a:r>
            <a:r>
              <a:rPr lang="en-US" sz="1800" dirty="0">
                <a:solidFill>
                  <a:srgbClr val="003399"/>
                </a:solidFill>
                <a:ea typeface="+mn-lt"/>
                <a:cs typeface="+mn-lt"/>
              </a:rPr>
              <a:t> for each actor are displayed under the </a:t>
            </a:r>
            <a:r>
              <a:rPr lang="en-US" sz="1800" b="1" dirty="0">
                <a:solidFill>
                  <a:srgbClr val="003399"/>
                </a:solidFill>
                <a:ea typeface="+mn-lt"/>
                <a:cs typeface="+mn-lt"/>
              </a:rPr>
              <a:t>Data</a:t>
            </a:r>
            <a:r>
              <a:rPr lang="en-US" sz="1800" dirty="0">
                <a:solidFill>
                  <a:srgbClr val="003399"/>
                </a:solidFill>
                <a:ea typeface="+mn-lt"/>
                <a:cs typeface="+mn-lt"/>
              </a:rPr>
              <a:t> tab.</a:t>
            </a:r>
            <a:endParaRPr lang="en-US" dirty="0"/>
          </a:p>
          <a:p>
            <a:r>
              <a:rPr lang="en-US" sz="1800" b="1" dirty="0">
                <a:solidFill>
                  <a:srgbClr val="003399"/>
                </a:solidFill>
                <a:ea typeface="+mn-lt"/>
                <a:cs typeface="+mn-lt"/>
              </a:rPr>
              <a:t>Detailed Simulation Results:</a:t>
            </a:r>
            <a:endParaRPr lang="en-US" dirty="0"/>
          </a:p>
          <a:p>
            <a:r>
              <a:rPr lang="en-US" sz="1800" dirty="0">
                <a:solidFill>
                  <a:srgbClr val="003399"/>
                </a:solidFill>
                <a:ea typeface="+mn-lt"/>
                <a:cs typeface="+mn-lt"/>
              </a:rPr>
              <a:t>The </a:t>
            </a:r>
            <a:r>
              <a:rPr lang="en-US" sz="1800" b="1" dirty="0">
                <a:solidFill>
                  <a:srgbClr val="003399"/>
                </a:solidFill>
                <a:ea typeface="+mn-lt"/>
                <a:cs typeface="+mn-lt"/>
              </a:rPr>
              <a:t>Debug</a:t>
            </a:r>
            <a:r>
              <a:rPr lang="en-US" sz="1800" dirty="0">
                <a:solidFill>
                  <a:srgbClr val="003399"/>
                </a:solidFill>
                <a:ea typeface="+mn-lt"/>
                <a:cs typeface="+mn-lt"/>
              </a:rPr>
              <a:t> tab provides detailed totals for each period on the actor level:</a:t>
            </a:r>
            <a:endParaRPr lang="en-US" dirty="0"/>
          </a:p>
          <a:p>
            <a:pPr lvl="1"/>
            <a:r>
              <a:rPr lang="en-US" sz="1800" b="1" dirty="0" err="1">
                <a:solidFill>
                  <a:srgbClr val="003399"/>
                </a:solidFill>
                <a:ea typeface="+mn-lt"/>
                <a:cs typeface="+mn-lt"/>
              </a:rPr>
              <a:t>TotalCostArray</a:t>
            </a:r>
            <a:r>
              <a:rPr lang="en-US" sz="1800" b="1" dirty="0">
                <a:solidFill>
                  <a:srgbClr val="003399"/>
                </a:solidFill>
                <a:ea typeface="+mn-lt"/>
                <a:cs typeface="+mn-lt"/>
              </a:rPr>
              <a:t>, </a:t>
            </a:r>
            <a:r>
              <a:rPr lang="en-US" sz="1800" b="1" dirty="0" err="1">
                <a:solidFill>
                  <a:srgbClr val="003399"/>
                </a:solidFill>
                <a:ea typeface="+mn-lt"/>
                <a:cs typeface="+mn-lt"/>
              </a:rPr>
              <a:t>TotalProfitArray</a:t>
            </a:r>
            <a:r>
              <a:rPr lang="en-US" sz="1800" b="1" dirty="0">
                <a:solidFill>
                  <a:srgbClr val="003399"/>
                </a:solidFill>
                <a:ea typeface="+mn-lt"/>
                <a:cs typeface="+mn-lt"/>
              </a:rPr>
              <a:t>, </a:t>
            </a:r>
            <a:r>
              <a:rPr lang="en-US" sz="1800" b="1" dirty="0" err="1">
                <a:solidFill>
                  <a:srgbClr val="003399"/>
                </a:solidFill>
                <a:ea typeface="+mn-lt"/>
                <a:cs typeface="+mn-lt"/>
              </a:rPr>
              <a:t>TotalRevenueArray</a:t>
            </a:r>
            <a:endParaRPr lang="en-US" sz="1800" dirty="0" err="1">
              <a:solidFill>
                <a:srgbClr val="003399"/>
              </a:solidFill>
              <a:ea typeface="Open Sans"/>
              <a:cs typeface="Open Sans"/>
            </a:endParaRPr>
          </a:p>
          <a:p>
            <a:pPr>
              <a:lnSpc>
                <a:spcPct val="100000"/>
              </a:lnSpc>
              <a:spcBef>
                <a:spcPts val="0"/>
              </a:spcBef>
            </a:pPr>
            <a:endParaRPr lang="en-US" sz="1800" dirty="0">
              <a:solidFill>
                <a:srgbClr val="003399"/>
              </a:solidFill>
              <a:ea typeface="Open Sans"/>
              <a:cs typeface="Open Sans"/>
            </a:endParaRPr>
          </a:p>
          <a:p>
            <a:endParaRPr lang="de-DE" sz="1800" dirty="0">
              <a:solidFill>
                <a:srgbClr val="003399"/>
              </a:solidFill>
              <a:ea typeface="Open Sans"/>
              <a:cs typeface="Open Sans"/>
            </a:endParaRPr>
          </a:p>
          <a:p>
            <a:endParaRPr lang="de-DE" sz="1800" dirty="0">
              <a:solidFill>
                <a:srgbClr val="003399"/>
              </a:solidFill>
              <a:ea typeface="Open Sans"/>
              <a:cs typeface="Open Sans"/>
            </a:endParaRPr>
          </a:p>
        </p:txBody>
      </p:sp>
      <p:pic>
        <p:nvPicPr>
          <p:cNvPr id="4" name="Grafik 3" descr="Ein Bild, das Text, Screenshot, Diagramm, Design enthält.&#10;&#10;Beschreibung automatisch generiert.">
            <a:extLst>
              <a:ext uri="{FF2B5EF4-FFF2-40B4-BE49-F238E27FC236}">
                <a16:creationId xmlns:a16="http://schemas.microsoft.com/office/drawing/2014/main" id="{8926B1D7-DF80-6CF1-95BC-4337800DE56A}"/>
              </a:ext>
            </a:extLst>
          </p:cNvPr>
          <p:cNvPicPr>
            <a:picLocks noChangeAspect="1"/>
          </p:cNvPicPr>
          <p:nvPr/>
        </p:nvPicPr>
        <p:blipFill>
          <a:blip r:embed="rId2"/>
          <a:stretch>
            <a:fillRect/>
          </a:stretch>
        </p:blipFill>
        <p:spPr>
          <a:xfrm>
            <a:off x="7679176" y="1174296"/>
            <a:ext cx="10459067" cy="2963497"/>
          </a:xfrm>
          <a:prstGeom prst="rect">
            <a:avLst/>
          </a:prstGeom>
        </p:spPr>
      </p:pic>
      <p:pic>
        <p:nvPicPr>
          <p:cNvPr id="7" name="Grafik 6" descr="Ein Bild, das Text, Screenshot, Display, Software enthält.&#10;&#10;Beschreibung automatisch generiert.">
            <a:extLst>
              <a:ext uri="{FF2B5EF4-FFF2-40B4-BE49-F238E27FC236}">
                <a16:creationId xmlns:a16="http://schemas.microsoft.com/office/drawing/2014/main" id="{CCEA39D4-6153-A44D-A24E-2D957F4DFAE4}"/>
              </a:ext>
            </a:extLst>
          </p:cNvPr>
          <p:cNvPicPr>
            <a:picLocks noChangeAspect="1"/>
          </p:cNvPicPr>
          <p:nvPr/>
        </p:nvPicPr>
        <p:blipFill>
          <a:blip r:embed="rId3"/>
          <a:stretch>
            <a:fillRect/>
          </a:stretch>
        </p:blipFill>
        <p:spPr>
          <a:xfrm>
            <a:off x="7842495" y="4507292"/>
            <a:ext cx="5408737" cy="5474774"/>
          </a:xfrm>
          <a:prstGeom prst="rect">
            <a:avLst/>
          </a:prstGeom>
        </p:spPr>
      </p:pic>
      <p:sp>
        <p:nvSpPr>
          <p:cNvPr id="9" name="Textplatzhalter 2">
            <a:extLst>
              <a:ext uri="{FF2B5EF4-FFF2-40B4-BE49-F238E27FC236}">
                <a16:creationId xmlns:a16="http://schemas.microsoft.com/office/drawing/2014/main" id="{44057341-3AEF-ADC8-72AD-4AA09D5A69DB}"/>
              </a:ext>
            </a:extLst>
          </p:cNvPr>
          <p:cNvSpPr txBox="1">
            <a:spLocks/>
          </p:cNvSpPr>
          <p:nvPr/>
        </p:nvSpPr>
        <p:spPr>
          <a:xfrm>
            <a:off x="7967525" y="4139521"/>
            <a:ext cx="4259941" cy="271153"/>
          </a:xfrm>
          <a:prstGeom prst="rect">
            <a:avLst/>
          </a:prstGeom>
        </p:spPr>
        <p:txBody>
          <a:bodyPr vert="horz" lIns="91440" tIns="45720" rIns="91440" bIns="45720" rtlCol="0" anchor="t">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en-US" sz="1600" b="1" dirty="0">
                <a:solidFill>
                  <a:srgbClr val="003399"/>
                </a:solidFill>
                <a:ea typeface="Open Sans"/>
                <a:cs typeface="Open Sans"/>
              </a:rPr>
              <a:t>Actor-Level Car Manufacturer</a:t>
            </a:r>
            <a:endParaRPr lang="de-DE" sz="1600">
              <a:ea typeface="Open Sans"/>
              <a:cs typeface="Open Sans"/>
            </a:endParaRPr>
          </a:p>
        </p:txBody>
      </p:sp>
      <p:pic>
        <p:nvPicPr>
          <p:cNvPr id="10" name="Grafik 9">
            <a:extLst>
              <a:ext uri="{FF2B5EF4-FFF2-40B4-BE49-F238E27FC236}">
                <a16:creationId xmlns:a16="http://schemas.microsoft.com/office/drawing/2014/main" id="{A5AA66A9-3A2F-7FC2-292C-C7BF3E78AD83}"/>
              </a:ext>
            </a:extLst>
          </p:cNvPr>
          <p:cNvPicPr>
            <a:picLocks noChangeAspect="1"/>
          </p:cNvPicPr>
          <p:nvPr/>
        </p:nvPicPr>
        <p:blipFill>
          <a:blip r:embed="rId4"/>
          <a:stretch>
            <a:fillRect/>
          </a:stretch>
        </p:blipFill>
        <p:spPr>
          <a:xfrm>
            <a:off x="13576573" y="4507428"/>
            <a:ext cx="4563535" cy="5474772"/>
          </a:xfrm>
          <a:prstGeom prst="rect">
            <a:avLst/>
          </a:prstGeom>
        </p:spPr>
      </p:pic>
      <p:sp>
        <p:nvSpPr>
          <p:cNvPr id="11" name="Textplatzhalter 2">
            <a:extLst>
              <a:ext uri="{FF2B5EF4-FFF2-40B4-BE49-F238E27FC236}">
                <a16:creationId xmlns:a16="http://schemas.microsoft.com/office/drawing/2014/main" id="{A682664C-D4DE-D6D6-D810-671849FB1408}"/>
              </a:ext>
            </a:extLst>
          </p:cNvPr>
          <p:cNvSpPr txBox="1">
            <a:spLocks/>
          </p:cNvSpPr>
          <p:nvPr/>
        </p:nvSpPr>
        <p:spPr>
          <a:xfrm>
            <a:off x="13345442" y="4139521"/>
            <a:ext cx="5087255" cy="271153"/>
          </a:xfrm>
          <a:prstGeom prst="rect">
            <a:avLst/>
          </a:prstGeom>
        </p:spPr>
        <p:txBody>
          <a:bodyPr vert="horz" lIns="91440" tIns="45720" rIns="91440" bIns="45720" rtlCol="0" anchor="t">
            <a:noAutofit/>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en-US" sz="1600" b="1" dirty="0">
                <a:solidFill>
                  <a:srgbClr val="003399"/>
                </a:solidFill>
                <a:ea typeface="Open Sans"/>
                <a:cs typeface="Open Sans"/>
              </a:rPr>
              <a:t>Value Interface Car Manufacturer to Customer</a:t>
            </a:r>
            <a:endParaRPr lang="de-DE" sz="1600" dirty="0">
              <a:ea typeface="Open Sans"/>
              <a:cs typeface="Open Sans"/>
            </a:endParaRPr>
          </a:p>
        </p:txBody>
      </p:sp>
    </p:spTree>
    <p:extLst>
      <p:ext uri="{BB962C8B-B14F-4D97-AF65-F5344CB8AC3E}">
        <p14:creationId xmlns:p14="http://schemas.microsoft.com/office/powerpoint/2010/main" val="1109203735"/>
      </p:ext>
    </p:extLst>
  </p:cSld>
  <p:clrMapOvr>
    <a:masterClrMapping/>
  </p:clrMapOvr>
</p:sld>
</file>

<file path=ppt/theme/theme1.xml><?xml version="1.0" encoding="utf-8"?>
<a:theme xmlns:a="http://schemas.openxmlformats.org/drawingml/2006/main" name="Office-téma">
  <a:themeElements>
    <a:clrScheme name="Office-tém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 egyéni séma">
      <a:majorFont>
        <a:latin typeface="Open Sans"/>
        <a:ea typeface=""/>
        <a:cs typeface=""/>
      </a:majorFont>
      <a:minorFont>
        <a:latin typeface="Open Sans"/>
        <a:ea typeface=""/>
        <a:cs typeface=""/>
      </a:minorFont>
    </a:fontScheme>
    <a:fmtScheme name="Office-té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c642b00-82eb-4310-a86b-99343f535c9e">
      <Terms xmlns="http://schemas.microsoft.com/office/infopath/2007/PartnerControls"/>
    </lcf76f155ced4ddcb4097134ff3c332f>
    <TaxCatchAll xmlns="1f36c8dc-9efc-4660-963f-c7e2f29c9f75" xsi:nil="true"/>
    <SharedWithUsers xmlns="1f36c8dc-9efc-4660-963f-c7e2f29c9f75">
      <UserInfo>
        <DisplayName>Hertweck, Dieter</DisplayName>
        <AccountId>16</AccountId>
        <AccountType/>
      </UserInfo>
    </SharedWithUsers>
    <Details xmlns="9c642b00-82eb-4310-a86b-99343f535c9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E60F93FC61461408EC6F41A83D095A7" ma:contentTypeVersion="16" ma:contentTypeDescription="Ein neues Dokument erstellen." ma:contentTypeScope="" ma:versionID="d0009f49c7761262f43f5eaf3f0c33f4">
  <xsd:schema xmlns:xsd="http://www.w3.org/2001/XMLSchema" xmlns:xs="http://www.w3.org/2001/XMLSchema" xmlns:p="http://schemas.microsoft.com/office/2006/metadata/properties" xmlns:ns2="9c642b00-82eb-4310-a86b-99343f535c9e" xmlns:ns3="1f36c8dc-9efc-4660-963f-c7e2f29c9f75" targetNamespace="http://schemas.microsoft.com/office/2006/metadata/properties" ma:root="true" ma:fieldsID="5df22cdf2b9d468ae6039835eab97ddd" ns2:_="" ns3:_="">
    <xsd:import namespace="9c642b00-82eb-4310-a86b-99343f535c9e"/>
    <xsd:import namespace="1f36c8dc-9efc-4660-963f-c7e2f29c9f75"/>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2:Details" minOccurs="0"/>
                <xsd:element ref="ns3:SharedWithUsers" minOccurs="0"/>
                <xsd:element ref="ns3:SharedWithDetails"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642b00-82eb-4310-a86b-99343f535c9e"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c6159e26-e387-4955-8c38-302e604e49cb"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Details" ma:index="18" nillable="true" ma:displayName="Details" ma:description="Information regarding the content of files &amp; folders" ma:format="Dropdown" ma:internalName="Details">
      <xsd:simpleType>
        <xsd:restriction base="dms:Note">
          <xsd:maxLength value="255"/>
        </xsd:restriction>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f36c8dc-9efc-4660-963f-c7e2f29c9f75"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e5e2c36-b0a9-43f1-af99-7d8809ee7206}" ma:internalName="TaxCatchAll" ma:showField="CatchAllData" ma:web="1f36c8dc-9efc-4660-963f-c7e2f29c9f7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338072-0231-4472-A504-3171533C8196}">
  <ds:schemaRefs>
    <ds:schemaRef ds:uri="http://schemas.microsoft.com/sharepoint/v3/contenttype/forms"/>
  </ds:schemaRefs>
</ds:datastoreItem>
</file>

<file path=customXml/itemProps2.xml><?xml version="1.0" encoding="utf-8"?>
<ds:datastoreItem xmlns:ds="http://schemas.openxmlformats.org/officeDocument/2006/customXml" ds:itemID="{27DD7F13-D580-493A-87A1-9B1DD05CBF96}">
  <ds:schemaRefs>
    <ds:schemaRef ds:uri="1f36c8dc-9efc-4660-963f-c7e2f29c9f75"/>
    <ds:schemaRef ds:uri="9c642b00-82eb-4310-a86b-99343f535c9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BB582F1-FDFD-4969-BBD8-00D22309D9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642b00-82eb-4310-a86b-99343f535c9e"/>
    <ds:schemaRef ds:uri="1f36c8dc-9efc-4660-963f-c7e2f29c9f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0</TotalTime>
  <Words>1502</Words>
  <Application>Microsoft Office PowerPoint</Application>
  <PresentationFormat>Benutzerdefiniert</PresentationFormat>
  <Paragraphs>130</Paragraphs>
  <Slides>17</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17</vt:i4>
      </vt:variant>
    </vt:vector>
  </HeadingPairs>
  <TitlesOfParts>
    <vt:vector size="23" baseType="lpstr">
      <vt:lpstr>Arial</vt:lpstr>
      <vt:lpstr>Calibri</vt:lpstr>
      <vt:lpstr>Courier New</vt:lpstr>
      <vt:lpstr>Open Sans</vt:lpstr>
      <vt:lpstr>Wingdings</vt:lpstr>
      <vt:lpstr>Office-téma</vt:lpstr>
      <vt:lpstr>ADOxx E-Learning </vt:lpstr>
      <vt:lpstr>E3Value a Modeling Approach for Network Business Models</vt:lpstr>
      <vt:lpstr>E3Value a Modeling Approach for Network Business Models</vt:lpstr>
      <vt:lpstr>BMC, e3Value and BPMN</vt:lpstr>
      <vt:lpstr>Form BMC to a network business model</vt:lpstr>
      <vt:lpstr>e3Value</vt:lpstr>
      <vt:lpstr>Getting Started </vt:lpstr>
      <vt:lpstr>Creating a New e3-Value Model</vt:lpstr>
      <vt:lpstr>Configuring Actors and Market Segments in e3-Value</vt:lpstr>
      <vt:lpstr>Configuring Actors and Market Segments in e3-Value </vt:lpstr>
      <vt:lpstr>Adding and Positioning Value Interfaces in e3-Value</vt:lpstr>
      <vt:lpstr>Specifying Value Objects for Value Exchanges</vt:lpstr>
      <vt:lpstr>Specifying Economic Parameters in the Value Interface and Expanding the NBM: Tire Supplier</vt:lpstr>
      <vt:lpstr>Specifying Economic Parameters in the Value Interface</vt:lpstr>
      <vt:lpstr>Adjusting the Market Volume</vt:lpstr>
      <vt:lpstr>Adding Start and Stop Stimuli and configuring the Start Stimulus</vt:lpstr>
      <vt:lpstr>Simulation and Analyzing Simulation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PowerPoint-bemutató</dc:title>
  <dc:creator>Petra Puchmann</dc:creator>
  <cp:lastModifiedBy>Jan Fauser</cp:lastModifiedBy>
  <cp:revision>830</cp:revision>
  <dcterms:created xsi:type="dcterms:W3CDTF">2024-02-29T12:41:56Z</dcterms:created>
  <dcterms:modified xsi:type="dcterms:W3CDTF">2025-02-25T09:17:26Z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0x010100BE60F93FC61461408EC6F41A83D095A7</vt:lpwstr>
  </property>
  <property fmtid="{D5CDD505-2E9C-101B-9397-08002B2CF9AE}" pid="3" name="MediaServiceImageTags">
    <vt:lpwstr/>
  </property>
</Properties>
</file>