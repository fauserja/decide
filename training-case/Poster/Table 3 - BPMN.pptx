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</p:sldMasterIdLst>
  <p:sldIdLst>
    <p:sldId id="4405" r:id="rId5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443"/>
    <a:srgbClr val="013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/>
    <p:restoredTop sz="94715"/>
  </p:normalViewPr>
  <p:slideViewPr>
    <p:cSldViewPr snapToGrid="0">
      <p:cViewPr varScale="1">
        <p:scale>
          <a:sx n="18" d="100"/>
          <a:sy n="18" d="100"/>
        </p:scale>
        <p:origin x="268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ra" userId="95465f2a-ec50-412b-8d43-57c911a31e05" providerId="ADAL" clId="{1F0423F9-2D90-44BF-8E3A-56BC6218DE11}"/>
    <pc:docChg chg="modSld">
      <pc:chgData name="Tamara" userId="95465f2a-ec50-412b-8d43-57c911a31e05" providerId="ADAL" clId="{1F0423F9-2D90-44BF-8E3A-56BC6218DE11}" dt="2025-07-17T09:19:37.551" v="14"/>
      <pc:docMkLst>
        <pc:docMk/>
      </pc:docMkLst>
      <pc:sldChg chg="modSp mod">
        <pc:chgData name="Tamara" userId="95465f2a-ec50-412b-8d43-57c911a31e05" providerId="ADAL" clId="{1F0423F9-2D90-44BF-8E3A-56BC6218DE11}" dt="2025-07-17T09:19:37.551" v="14"/>
        <pc:sldMkLst>
          <pc:docMk/>
          <pc:sldMk cId="3486821984" sldId="4405"/>
        </pc:sldMkLst>
        <pc:spChg chg="mod">
          <ac:chgData name="Tamara" userId="95465f2a-ec50-412b-8d43-57c911a31e05" providerId="ADAL" clId="{1F0423F9-2D90-44BF-8E3A-56BC6218DE11}" dt="2025-07-17T09:19:35.859" v="13" actId="20577"/>
          <ac:spMkLst>
            <pc:docMk/>
            <pc:sldMk cId="3486821984" sldId="4405"/>
            <ac:spMk id="2" creationId="{00000000-0000-0000-0000-000000000000}"/>
          </ac:spMkLst>
        </pc:spChg>
        <pc:spChg chg="mod">
          <ac:chgData name="Tamara" userId="95465f2a-ec50-412b-8d43-57c911a31e05" providerId="ADAL" clId="{1F0423F9-2D90-44BF-8E3A-56BC6218DE11}" dt="2025-07-17T09:19:37.551" v="14"/>
          <ac:spMkLst>
            <pc:docMk/>
            <pc:sldMk cId="3486821984" sldId="4405"/>
            <ac:spMk id="18" creationId="{C6B51CAB-CC3C-4C68-1AC6-E196F2089F2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738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136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4181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094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121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25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191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49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79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7554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591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Cím és tartalo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Screenshot, Wasser, Türkis, Blau enthält.&#10;&#10;KI-generierte Inhalte können fehlerhaft sein.">
            <a:extLst>
              <a:ext uri="{FF2B5EF4-FFF2-40B4-BE49-F238E27FC236}">
                <a16:creationId xmlns:a16="http://schemas.microsoft.com/office/drawing/2014/main" id="{4D6D60B4-FBF3-C284-6934-AD779EFCB9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27654677"/>
            <a:ext cx="21383626" cy="26205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940249" y="1948220"/>
            <a:ext cx="7157574" cy="6983460"/>
          </a:xfrm>
          <a:prstGeom prst="rect">
            <a:avLst/>
          </a:prstGeom>
        </p:spPr>
        <p:txBody>
          <a:bodyPr/>
          <a:lstStyle>
            <a:lvl1pPr>
              <a:defRPr sz="5846" b="1">
                <a:solidFill>
                  <a:srgbClr val="003399"/>
                </a:solidFill>
              </a:defRPr>
            </a:lvl1pPr>
          </a:lstStyle>
          <a:p>
            <a:pPr>
              <a:defRPr/>
            </a:pPr>
            <a:r>
              <a:rPr lang="hu-HU"/>
              <a:t>Security Measures</a:t>
            </a:r>
            <a:endParaRPr lang="en-US"/>
          </a:p>
        </p:txBody>
      </p:sp>
      <p:pic>
        <p:nvPicPr>
          <p:cNvPr id="10" name="Grafik 9" descr="Ein Bild, das Text, Screenshot, Schrift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5BCE8640-3426-0ECD-704E-D4659CBD8B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24877412"/>
            <a:ext cx="9087039" cy="262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36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46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F08D9728-BA54-88CF-0660-78C40F5B84CA}"/>
              </a:ext>
            </a:extLst>
          </p:cNvPr>
          <p:cNvSpPr/>
          <p:nvPr/>
        </p:nvSpPr>
        <p:spPr bwMode="auto">
          <a:xfrm>
            <a:off x="1654422" y="16720458"/>
            <a:ext cx="18055978" cy="6636658"/>
          </a:xfrm>
          <a:prstGeom prst="rect">
            <a:avLst/>
          </a:prstGeom>
          <a:noFill/>
          <a:ln w="38100">
            <a:solidFill>
              <a:srgbClr val="0D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D57F1BA-9E70-9DCF-A728-664921D3C607}"/>
              </a:ext>
            </a:extLst>
          </p:cNvPr>
          <p:cNvSpPr/>
          <p:nvPr/>
        </p:nvSpPr>
        <p:spPr bwMode="auto">
          <a:xfrm>
            <a:off x="1654422" y="10083800"/>
            <a:ext cx="18055978" cy="6636658"/>
          </a:xfrm>
          <a:prstGeom prst="rect">
            <a:avLst/>
          </a:prstGeom>
          <a:noFill/>
          <a:ln w="38100">
            <a:solidFill>
              <a:srgbClr val="0D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 bwMode="auto">
          <a:xfrm>
            <a:off x="1654422" y="1393043"/>
            <a:ext cx="18469359" cy="2633183"/>
          </a:xfrm>
        </p:spPr>
        <p:txBody>
          <a:bodyPr vert="horz" lIns="160377" tIns="80189" rIns="160377" bIns="80189" rtlCol="0" anchor="t"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7200" b="0" dirty="0"/>
              <a:t>Table 3: </a:t>
            </a:r>
            <a:r>
              <a:rPr lang="en-US" sz="7200" dirty="0"/>
              <a:t>BPMN</a:t>
            </a:r>
            <a:endParaRPr lang="en-GB" sz="5400" dirty="0"/>
          </a:p>
        </p:txBody>
      </p:sp>
      <p:sp>
        <p:nvSpPr>
          <p:cNvPr id="10" name="Cím 1">
            <a:extLst>
              <a:ext uri="{FF2B5EF4-FFF2-40B4-BE49-F238E27FC236}">
                <a16:creationId xmlns:a16="http://schemas.microsoft.com/office/drawing/2014/main" id="{C908DF76-CE23-77EC-BFE8-9721D5FABEDD}"/>
              </a:ext>
            </a:extLst>
          </p:cNvPr>
          <p:cNvSpPr txBox="1">
            <a:spLocks/>
          </p:cNvSpPr>
          <p:nvPr/>
        </p:nvSpPr>
        <p:spPr bwMode="auto">
          <a:xfrm>
            <a:off x="2519801" y="17272744"/>
            <a:ext cx="16738600" cy="4973185"/>
          </a:xfrm>
          <a:prstGeom prst="rect">
            <a:avLst/>
          </a:prstGeom>
        </p:spPr>
        <p:txBody>
          <a:bodyPr vert="horz" lIns="160377" tIns="80189" rIns="160377" bIns="80189" rtlCol="0" anchor="t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46" b="1" kern="120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GB" sz="5262" b="0" i="1" dirty="0"/>
              <a:t>„What challenges did you face during the modelling process – and how did you overcome them?“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4258162-20CF-5C90-2B9E-161A5CA13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7016" y="585782"/>
            <a:ext cx="2698729" cy="2698729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12EFD271-1256-BED7-152D-C9D3EE820D0E}"/>
              </a:ext>
            </a:extLst>
          </p:cNvPr>
          <p:cNvSpPr/>
          <p:nvPr/>
        </p:nvSpPr>
        <p:spPr bwMode="auto">
          <a:xfrm>
            <a:off x="1654422" y="3447142"/>
            <a:ext cx="18055978" cy="6636658"/>
          </a:xfrm>
          <a:prstGeom prst="rect">
            <a:avLst/>
          </a:prstGeom>
          <a:noFill/>
          <a:ln w="38100">
            <a:solidFill>
              <a:srgbClr val="0D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F286C9BD-8944-7964-C2B7-F6F3EBD85864}"/>
              </a:ext>
            </a:extLst>
          </p:cNvPr>
          <p:cNvSpPr txBox="1">
            <a:spLocks/>
          </p:cNvSpPr>
          <p:nvPr/>
        </p:nvSpPr>
        <p:spPr bwMode="auto">
          <a:xfrm>
            <a:off x="2597780" y="10636086"/>
            <a:ext cx="16738600" cy="6238169"/>
          </a:xfrm>
          <a:prstGeom prst="rect">
            <a:avLst/>
          </a:prstGeom>
        </p:spPr>
        <p:txBody>
          <a:bodyPr vert="horz" lIns="160377" tIns="80189" rIns="160377" bIns="80189" rtlCol="0" anchor="t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46" b="1" kern="120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GB" sz="5262" b="0" i="1" dirty="0"/>
              <a:t>“What insights are you missing that you think are relevant for your customers?”</a:t>
            </a: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C6B51CAB-CC3C-4C68-1AC6-E196F2089F27}"/>
              </a:ext>
            </a:extLst>
          </p:cNvPr>
          <p:cNvSpPr txBox="1">
            <a:spLocks/>
          </p:cNvSpPr>
          <p:nvPr/>
        </p:nvSpPr>
        <p:spPr bwMode="auto">
          <a:xfrm>
            <a:off x="2519801" y="3999428"/>
            <a:ext cx="16738600" cy="5532085"/>
          </a:xfrm>
          <a:prstGeom prst="rect">
            <a:avLst/>
          </a:prstGeom>
        </p:spPr>
        <p:txBody>
          <a:bodyPr vert="horz" lIns="160377" tIns="80189" rIns="160377" bIns="80189" rtlCol="0" anchor="t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46" b="1" kern="120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5262" b="0" i="1" dirty="0"/>
              <a:t>“What insights and value can be gained from the model – also with regard to our target groups?”</a:t>
            </a:r>
            <a:endParaRPr lang="en-GB" sz="5262" b="0" i="1" dirty="0"/>
          </a:p>
        </p:txBody>
      </p:sp>
    </p:spTree>
    <p:extLst>
      <p:ext uri="{BB962C8B-B14F-4D97-AF65-F5344CB8AC3E}">
        <p14:creationId xmlns:p14="http://schemas.microsoft.com/office/powerpoint/2010/main" val="3486821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E60F93FC61461408EC6F41A83D095A7" ma:contentTypeVersion="16" ma:contentTypeDescription="Ein neues Dokument erstellen." ma:contentTypeScope="" ma:versionID="d0009f49c7761262f43f5eaf3f0c33f4">
  <xsd:schema xmlns:xsd="http://www.w3.org/2001/XMLSchema" xmlns:xs="http://www.w3.org/2001/XMLSchema" xmlns:p="http://schemas.microsoft.com/office/2006/metadata/properties" xmlns:ns2="9c642b00-82eb-4310-a86b-99343f535c9e" xmlns:ns3="1f36c8dc-9efc-4660-963f-c7e2f29c9f75" targetNamespace="http://schemas.microsoft.com/office/2006/metadata/properties" ma:root="true" ma:fieldsID="5df22cdf2b9d468ae6039835eab97ddd" ns2:_="" ns3:_="">
    <xsd:import namespace="9c642b00-82eb-4310-a86b-99343f535c9e"/>
    <xsd:import namespace="1f36c8dc-9efc-4660-963f-c7e2f29c9f7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Detail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642b00-82eb-4310-a86b-99343f535c9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c6159e26-e387-4955-8c38-302e604e49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Details" ma:index="18" nillable="true" ma:displayName="Details" ma:description="Information regarding the content of files &amp; folders" ma:format="Dropdown" ma:internalName="Details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36c8dc-9efc-4660-963f-c7e2f29c9f7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e5e2c36-b0a9-43f1-af99-7d8809ee7206}" ma:internalName="TaxCatchAll" ma:showField="CatchAllData" ma:web="1f36c8dc-9efc-4660-963f-c7e2f29c9f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tails xmlns="9c642b00-82eb-4310-a86b-99343f535c9e" xsi:nil="true"/>
    <lcf76f155ced4ddcb4097134ff3c332f xmlns="9c642b00-82eb-4310-a86b-99343f535c9e">
      <Terms xmlns="http://schemas.microsoft.com/office/infopath/2007/PartnerControls"/>
    </lcf76f155ced4ddcb4097134ff3c332f>
    <TaxCatchAll xmlns="1f36c8dc-9efc-4660-963f-c7e2f29c9f7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49CE32-6596-440A-B38D-F7A2DEE379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642b00-82eb-4310-a86b-99343f535c9e"/>
    <ds:schemaRef ds:uri="1f36c8dc-9efc-4660-963f-c7e2f29c9f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F0E1BD-6C50-4B76-9EAA-05820EB74F74}">
  <ds:schemaRefs>
    <ds:schemaRef ds:uri="http://schemas.microsoft.com/office/2006/metadata/properties"/>
    <ds:schemaRef ds:uri="http://schemas.microsoft.com/office/infopath/2007/PartnerControls"/>
    <ds:schemaRef ds:uri="9c642b00-82eb-4310-a86b-99343f535c9e"/>
    <ds:schemaRef ds:uri="1f36c8dc-9efc-4660-963f-c7e2f29c9f75"/>
  </ds:schemaRefs>
</ds:datastoreItem>
</file>

<file path=customXml/itemProps3.xml><?xml version="1.0" encoding="utf-8"?>
<ds:datastoreItem xmlns:ds="http://schemas.openxmlformats.org/officeDocument/2006/customXml" ds:itemID="{C260E012-EA16-4D9A-A910-5ACDA927E3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57</Words>
  <Application>Microsoft Office PowerPoint</Application>
  <PresentationFormat>Benutzerdefiniert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Table 3: BPMN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3: BPMN</dc:title>
  <dc:creator>Kinitzki</dc:creator>
  <cp:lastModifiedBy>Tamara</cp:lastModifiedBy>
  <cp:revision>5</cp:revision>
  <dcterms:created xsi:type="dcterms:W3CDTF">2025-07-17T08:42:12Z</dcterms:created>
  <dcterms:modified xsi:type="dcterms:W3CDTF">2025-07-17T09:19:40Z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0x010100BE60F93FC61461408EC6F41A83D095A7</vt:lpwstr>
  </property>
  <property fmtid="{D5CDD505-2E9C-101B-9397-08002B2CF9AE}" pid="3" name="MediaServiceImageTags">
    <vt:lpwstr/>
  </property>
</Properties>
</file>